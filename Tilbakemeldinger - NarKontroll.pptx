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326" r:id="rId8"/>
    <p:sldId id="259" r:id="rId9"/>
    <p:sldId id="325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5" r:id="rId40"/>
    <p:sldId id="296" r:id="rId41"/>
    <p:sldId id="297" r:id="rId42"/>
    <p:sldId id="298" r:id="rId43"/>
    <p:sldId id="280" r:id="rId44"/>
    <p:sldId id="281" r:id="rId45"/>
    <p:sldId id="282" r:id="rId46"/>
    <p:sldId id="283" r:id="rId47"/>
    <p:sldId id="284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7" r:id="rId74"/>
    <p:sldId id="328" r:id="rId75"/>
    <p:sldId id="329" r:id="rId76"/>
    <p:sldId id="330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265" dt="2026-10-12T12:05:39.902"/>
    <p1510:client id="{540BAB39-35C9-7811-3947-536F4A7914F6}" v="14" dt="2026-10-14T10:14:05.364"/>
    <p1510:client id="{6AE84CD0-2404-55D8-8384-8E0BF6C3D078}" v="748" dt="2026-10-12T12:02:19.068"/>
    <p1510:client id="{8E864848-F646-46F3-9471-30F50C03181B}" v="918" dt="2026-10-12T10:51:52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xe Dingstad" userId="S::saxdin@so-hf.no::13ecbb22-7887-4c25-92dc-4cfc59f0e0d5" providerId="AD" clId="Web-{0127EAF6-F4CC-38F6-7A71-4879A75E3FF4}"/>
    <pc:docChg chg="modSld">
      <pc:chgData name="Saxe Dingstad" userId="S::saxdin@so-hf.no::13ecbb22-7887-4c25-92dc-4cfc59f0e0d5" providerId="AD" clId="Web-{0127EAF6-F4CC-38F6-7A71-4879A75E3FF4}" dt="2026-10-05T09:58:42.531" v="384" actId="1076"/>
      <pc:docMkLst>
        <pc:docMk/>
      </pc:docMkLst>
      <pc:sldChg chg="addSp modSp">
        <pc:chgData name="Saxe Dingstad" userId="S::saxdin@so-hf.no::13ecbb22-7887-4c25-92dc-4cfc59f0e0d5" providerId="AD" clId="Web-{0127EAF6-F4CC-38F6-7A71-4879A75E3FF4}" dt="2026-10-05T09:58:18.719" v="380" actId="20577"/>
        <pc:sldMkLst>
          <pc:docMk/>
          <pc:sldMk cId="3195922009" sldId="257"/>
        </pc:sldMkLst>
        <pc:spChg chg="add mod">
          <ac:chgData name="Saxe Dingstad" userId="S::saxdin@so-hf.no::13ecbb22-7887-4c25-92dc-4cfc59f0e0d5" providerId="AD" clId="Web-{0127EAF6-F4CC-38F6-7A71-4879A75E3FF4}" dt="2026-10-05T09:44:10.177" v="148" actId="20577"/>
          <ac:spMkLst>
            <pc:docMk/>
            <pc:sldMk cId="3195922009" sldId="257"/>
            <ac:spMk id="2" creationId="{FA75D481-CFB4-41C3-58C4-B974973AD35A}"/>
          </ac:spMkLst>
        </pc:spChg>
        <pc:spChg chg="add mod">
          <ac:chgData name="Saxe Dingstad" userId="S::saxdin@so-hf.no::13ecbb22-7887-4c25-92dc-4cfc59f0e0d5" providerId="AD" clId="Web-{0127EAF6-F4CC-38F6-7A71-4879A75E3FF4}" dt="2026-10-05T09:58:18.719" v="380" actId="20577"/>
          <ac:spMkLst>
            <pc:docMk/>
            <pc:sldMk cId="3195922009" sldId="257"/>
            <ac:spMk id="3" creationId="{3DF62F4F-2AC7-60F8-B3E9-64A98681E956}"/>
          </ac:spMkLst>
        </pc:spChg>
      </pc:sldChg>
      <pc:sldChg chg="addSp modSp">
        <pc:chgData name="Saxe Dingstad" userId="S::saxdin@so-hf.no::13ecbb22-7887-4c25-92dc-4cfc59f0e0d5" providerId="AD" clId="Web-{0127EAF6-F4CC-38F6-7A71-4879A75E3FF4}" dt="2026-10-05T09:58:42.531" v="384" actId="1076"/>
        <pc:sldMkLst>
          <pc:docMk/>
          <pc:sldMk cId="401684762" sldId="258"/>
        </pc:sldMkLst>
        <pc:spChg chg="add mod">
          <ac:chgData name="Saxe Dingstad" userId="S::saxdin@so-hf.no::13ecbb22-7887-4c25-92dc-4cfc59f0e0d5" providerId="AD" clId="Web-{0127EAF6-F4CC-38F6-7A71-4879A75E3FF4}" dt="2026-10-05T09:58:42.531" v="384" actId="1076"/>
          <ac:spMkLst>
            <pc:docMk/>
            <pc:sldMk cId="401684762" sldId="258"/>
            <ac:spMk id="3" creationId="{8E50F9AF-FC7E-2C87-8C83-5B2D852CA0C0}"/>
          </ac:spMkLst>
        </pc:spChg>
        <pc:picChg chg="add mod">
          <ac:chgData name="Saxe Dingstad" userId="S::saxdin@so-hf.no::13ecbb22-7887-4c25-92dc-4cfc59f0e0d5" providerId="AD" clId="Web-{0127EAF6-F4CC-38F6-7A71-4879A75E3FF4}" dt="2026-10-05T09:43:09.631" v="126"/>
          <ac:picMkLst>
            <pc:docMk/>
            <pc:sldMk cId="401684762" sldId="258"/>
            <ac:picMk id="2" creationId="{63D4F59B-9685-CFC8-5E11-373F80B4D014}"/>
          </ac:picMkLst>
        </pc:picChg>
      </pc:sldChg>
      <pc:sldChg chg="addSp delSp modSp mod setBg">
        <pc:chgData name="Saxe Dingstad" userId="S::saxdin@so-hf.no::13ecbb22-7887-4c25-92dc-4cfc59f0e0d5" providerId="AD" clId="Web-{0127EAF6-F4CC-38F6-7A71-4879A75E3FF4}" dt="2026-10-05T09:58:34.594" v="383" actId="1076"/>
        <pc:sldMkLst>
          <pc:docMk/>
          <pc:sldMk cId="127225585" sldId="259"/>
        </pc:sldMkLst>
        <pc:spChg chg="add mod">
          <ac:chgData name="Saxe Dingstad" userId="S::saxdin@so-hf.no::13ecbb22-7887-4c25-92dc-4cfc59f0e0d5" providerId="AD" clId="Web-{0127EAF6-F4CC-38F6-7A71-4879A75E3FF4}" dt="2026-10-05T09:54:35.627" v="318" actId="20577"/>
          <ac:spMkLst>
            <pc:docMk/>
            <pc:sldMk cId="127225585" sldId="259"/>
            <ac:spMk id="6" creationId="{8C02642C-107B-6DC3-4107-7035D6A09DD0}"/>
          </ac:spMkLst>
        </pc:spChg>
        <pc:spChg chg="add mod">
          <ac:chgData name="Saxe Dingstad" userId="S::saxdin@so-hf.no::13ecbb22-7887-4c25-92dc-4cfc59f0e0d5" providerId="AD" clId="Web-{0127EAF6-F4CC-38F6-7A71-4879A75E3FF4}" dt="2026-10-05T09:56:16.438" v="344" actId="20577"/>
          <ac:spMkLst>
            <pc:docMk/>
            <pc:sldMk cId="127225585" sldId="259"/>
            <ac:spMk id="8" creationId="{8965010E-17B1-50A5-FEAC-1561001C7920}"/>
          </ac:spMkLst>
        </pc:spChg>
        <pc:spChg chg="add mod">
          <ac:chgData name="Saxe Dingstad" userId="S::saxdin@so-hf.no::13ecbb22-7887-4c25-92dc-4cfc59f0e0d5" providerId="AD" clId="Web-{0127EAF6-F4CC-38F6-7A71-4879A75E3FF4}" dt="2026-10-05T09:58:34.594" v="383" actId="1076"/>
          <ac:spMkLst>
            <pc:docMk/>
            <pc:sldMk cId="127225585" sldId="259"/>
            <ac:spMk id="12" creationId="{38BB3F69-8DE1-D041-B0DE-2C8880E4F8CF}"/>
          </ac:spMkLst>
        </pc:spChg>
        <pc:picChg chg="add mod ord">
          <ac:chgData name="Saxe Dingstad" userId="S::saxdin@so-hf.no::13ecbb22-7887-4c25-92dc-4cfc59f0e0d5" providerId="AD" clId="Web-{0127EAF6-F4CC-38F6-7A71-4879A75E3FF4}" dt="2026-10-05T09:55:08.579" v="324" actId="1076"/>
          <ac:picMkLst>
            <pc:docMk/>
            <pc:sldMk cId="127225585" sldId="259"/>
            <ac:picMk id="4" creationId="{288EB3B0-87DB-DC73-13C7-203C29C89CB4}"/>
          </ac:picMkLst>
        </pc:picChg>
        <pc:picChg chg="add mod">
          <ac:chgData name="Saxe Dingstad" userId="S::saxdin@so-hf.no::13ecbb22-7887-4c25-92dc-4cfc59f0e0d5" providerId="AD" clId="Web-{0127EAF6-F4CC-38F6-7A71-4879A75E3FF4}" dt="2026-10-05T09:53:14.924" v="304" actId="1076"/>
          <ac:picMkLst>
            <pc:docMk/>
            <pc:sldMk cId="127225585" sldId="259"/>
            <ac:picMk id="7" creationId="{0F64275B-E206-5222-29D9-6E642F5CA1CC}"/>
          </ac:picMkLst>
        </pc:picChg>
      </pc:sldChg>
    </pc:docChg>
  </pc:docChgLst>
  <pc:docChgLst>
    <pc:chgData name="Hanne-Guro Gellein Berg" userId="S::xanber@so-hf.no::94af04a4-a9b1-44b3-8593-ae152a96880e" providerId="AD" clId="Web-{00000000-0000-0000-0000-000000000000}"/>
    <pc:docChg chg="addSld delSld modSld">
      <pc:chgData name="Hanne-Guro Gellein Berg" userId="S::xanber@so-hf.no::94af04a4-a9b1-44b3-8593-ae152a96880e" providerId="AD" clId="Web-{00000000-0000-0000-0000-000000000000}" dt="2026-10-12T12:05:39.902" v="1899" actId="20577"/>
      <pc:docMkLst>
        <pc:docMk/>
      </pc:docMkLst>
      <pc:sldChg chg="addSp delSp modSp">
        <pc:chgData name="Hanne-Guro Gellein Berg" userId="S::xanber@so-hf.no::94af04a4-a9b1-44b3-8593-ae152a96880e" providerId="AD" clId="Web-{00000000-0000-0000-0000-000000000000}" dt="2026-10-12T10:57:33.457" v="21"/>
        <pc:sldMkLst>
          <pc:docMk/>
          <pc:sldMk cId="2596485708" sldId="263"/>
        </pc:sldMkLst>
      </pc:sldChg>
      <pc:sldChg chg="addSp modSp">
        <pc:chgData name="Hanne-Guro Gellein Berg" userId="S::xanber@so-hf.no::94af04a4-a9b1-44b3-8593-ae152a96880e" providerId="AD" clId="Web-{00000000-0000-0000-0000-000000000000}" dt="2026-10-12T10:59:36.474" v="75" actId="20577"/>
        <pc:sldMkLst>
          <pc:docMk/>
          <pc:sldMk cId="3938962614" sldId="264"/>
        </pc:sldMkLst>
        <pc:spChg chg="add mod">
          <ac:chgData name="Hanne-Guro Gellein Berg" userId="S::xanber@so-hf.no::94af04a4-a9b1-44b3-8593-ae152a96880e" providerId="AD" clId="Web-{00000000-0000-0000-0000-000000000000}" dt="2026-10-12T10:59:36.474" v="75" actId="20577"/>
          <ac:spMkLst>
            <pc:docMk/>
            <pc:sldMk cId="3938962614" sldId="264"/>
            <ac:spMk id="3" creationId="{09210753-6D20-0C22-8FBD-28B618A760BF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0:57:35.379" v="22" actId="14100"/>
          <ac:picMkLst>
            <pc:docMk/>
            <pc:sldMk cId="3938962614" sldId="264"/>
            <ac:picMk id="2" creationId="{280B0586-555B-FA5A-D606-375468F7502C}"/>
          </ac:picMkLst>
        </pc:picChg>
      </pc:sldChg>
      <pc:sldChg chg="addSp delSp modSp">
        <pc:chgData name="Hanne-Guro Gellein Berg" userId="S::xanber@so-hf.no::94af04a4-a9b1-44b3-8593-ae152a96880e" providerId="AD" clId="Web-{00000000-0000-0000-0000-000000000000}" dt="2026-10-12T11:00:24.333" v="106" actId="20577"/>
        <pc:sldMkLst>
          <pc:docMk/>
          <pc:sldMk cId="4278881433" sldId="272"/>
        </pc:sldMkLst>
        <pc:spChg chg="add mod">
          <ac:chgData name="Hanne-Guro Gellein Berg" userId="S::xanber@so-hf.no::94af04a4-a9b1-44b3-8593-ae152a96880e" providerId="AD" clId="Web-{00000000-0000-0000-0000-000000000000}" dt="2026-10-12T11:00:24.333" v="106" actId="20577"/>
          <ac:spMkLst>
            <pc:docMk/>
            <pc:sldMk cId="4278881433" sldId="272"/>
            <ac:spMk id="4" creationId="{E7BFC2BC-9B05-B335-35CD-32F092A55EB6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0:59:46.677" v="76" actId="14100"/>
          <ac:picMkLst>
            <pc:docMk/>
            <pc:sldMk cId="4278881433" sldId="272"/>
            <ac:picMk id="2" creationId="{6759C5C5-CAF8-F504-3AA9-7EE5340A07B6}"/>
          </ac:picMkLst>
        </pc:picChg>
      </pc:sldChg>
      <pc:sldChg chg="addSp modSp">
        <pc:chgData name="Hanne-Guro Gellein Berg" userId="S::xanber@so-hf.no::94af04a4-a9b1-44b3-8593-ae152a96880e" providerId="AD" clId="Web-{00000000-0000-0000-0000-000000000000}" dt="2026-10-12T11:01:10.146" v="166" actId="20577"/>
        <pc:sldMkLst>
          <pc:docMk/>
          <pc:sldMk cId="1658455560" sldId="285"/>
        </pc:sldMkLst>
        <pc:spChg chg="add mod">
          <ac:chgData name="Hanne-Guro Gellein Berg" userId="S::xanber@so-hf.no::94af04a4-a9b1-44b3-8593-ae152a96880e" providerId="AD" clId="Web-{00000000-0000-0000-0000-000000000000}" dt="2026-10-12T11:01:10.146" v="166" actId="20577"/>
          <ac:spMkLst>
            <pc:docMk/>
            <pc:sldMk cId="1658455560" sldId="285"/>
            <ac:spMk id="3" creationId="{AEF4D645-5FDC-A14B-0925-2BB26387E8B3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1:00:38.833" v="107" actId="14100"/>
          <ac:picMkLst>
            <pc:docMk/>
            <pc:sldMk cId="1658455560" sldId="285"/>
            <ac:picMk id="2" creationId="{E1921720-7299-A346-8BE6-1EAD8C7A43E7}"/>
          </ac:picMkLst>
        </pc:picChg>
      </pc:sldChg>
      <pc:sldChg chg="addSp modSp">
        <pc:chgData name="Hanne-Guro Gellein Berg" userId="S::xanber@so-hf.no::94af04a4-a9b1-44b3-8593-ae152a96880e" providerId="AD" clId="Web-{00000000-0000-0000-0000-000000000000}" dt="2026-10-12T11:01:50.021" v="186" actId="20577"/>
        <pc:sldMkLst>
          <pc:docMk/>
          <pc:sldMk cId="3194542811" sldId="290"/>
        </pc:sldMkLst>
        <pc:spChg chg="add mod">
          <ac:chgData name="Hanne-Guro Gellein Berg" userId="S::xanber@so-hf.no::94af04a4-a9b1-44b3-8593-ae152a96880e" providerId="AD" clId="Web-{00000000-0000-0000-0000-000000000000}" dt="2026-10-12T11:01:50.021" v="186" actId="20577"/>
          <ac:spMkLst>
            <pc:docMk/>
            <pc:sldMk cId="3194542811" sldId="290"/>
            <ac:spMk id="3" creationId="{41CD20EF-3CDA-B647-0725-922FE2FF2214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1:01:34.631" v="167" actId="14100"/>
          <ac:picMkLst>
            <pc:docMk/>
            <pc:sldMk cId="3194542811" sldId="290"/>
            <ac:picMk id="2" creationId="{65AB8597-9545-F384-87FA-6953BAFD5880}"/>
          </ac:picMkLst>
        </pc:picChg>
      </pc:sldChg>
      <pc:sldChg chg="addSp modSp">
        <pc:chgData name="Hanne-Guro Gellein Berg" userId="S::xanber@so-hf.no::94af04a4-a9b1-44b3-8593-ae152a96880e" providerId="AD" clId="Web-{00000000-0000-0000-0000-000000000000}" dt="2026-10-12T11:02:47.397" v="284" actId="20577"/>
        <pc:sldMkLst>
          <pc:docMk/>
          <pc:sldMk cId="1803187493" sldId="291"/>
        </pc:sldMkLst>
        <pc:spChg chg="add mod">
          <ac:chgData name="Hanne-Guro Gellein Berg" userId="S::xanber@so-hf.no::94af04a4-a9b1-44b3-8593-ae152a96880e" providerId="AD" clId="Web-{00000000-0000-0000-0000-000000000000}" dt="2026-10-12T11:02:47.397" v="284" actId="20577"/>
          <ac:spMkLst>
            <pc:docMk/>
            <pc:sldMk cId="1803187493" sldId="291"/>
            <ac:spMk id="3" creationId="{3E7B75DF-64D0-023D-DB9D-06F0E5B5A302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1:02:04.224" v="187" actId="14100"/>
          <ac:picMkLst>
            <pc:docMk/>
            <pc:sldMk cId="1803187493" sldId="291"/>
            <ac:picMk id="2" creationId="{62612605-A558-6A81-B473-8919F9C13D3B}"/>
          </ac:picMkLst>
        </pc:picChg>
      </pc:sldChg>
      <pc:sldChg chg="addSp modSp">
        <pc:chgData name="Hanne-Guro Gellein Berg" userId="S::xanber@so-hf.no::94af04a4-a9b1-44b3-8593-ae152a96880e" providerId="AD" clId="Web-{00000000-0000-0000-0000-000000000000}" dt="2026-10-12T11:03:39.194" v="313" actId="20577"/>
        <pc:sldMkLst>
          <pc:docMk/>
          <pc:sldMk cId="1645265834" sldId="294"/>
        </pc:sldMkLst>
        <pc:spChg chg="add mod">
          <ac:chgData name="Hanne-Guro Gellein Berg" userId="S::xanber@so-hf.no::94af04a4-a9b1-44b3-8593-ae152a96880e" providerId="AD" clId="Web-{00000000-0000-0000-0000-000000000000}" dt="2026-10-12T11:03:39.194" v="313" actId="20577"/>
          <ac:spMkLst>
            <pc:docMk/>
            <pc:sldMk cId="1645265834" sldId="294"/>
            <ac:spMk id="3" creationId="{82646939-C3EF-97AB-AAC1-FA785D792C95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1:03:24.991" v="285" actId="14100"/>
          <ac:picMkLst>
            <pc:docMk/>
            <pc:sldMk cId="1645265834" sldId="294"/>
            <ac:picMk id="2" creationId="{5F417EA0-9065-1343-5DDA-F3FEB42FF9E9}"/>
          </ac:picMkLst>
        </pc:picChg>
      </pc:sldChg>
      <pc:sldChg chg="addSp delSp modSp">
        <pc:chgData name="Hanne-Guro Gellein Berg" userId="S::xanber@so-hf.no::94af04a4-a9b1-44b3-8593-ae152a96880e" providerId="AD" clId="Web-{00000000-0000-0000-0000-000000000000}" dt="2026-10-12T11:07:19.273" v="636" actId="20577"/>
        <pc:sldMkLst>
          <pc:docMk/>
          <pc:sldMk cId="2026926756" sldId="295"/>
        </pc:sldMkLst>
        <pc:spChg chg="add mod">
          <ac:chgData name="Hanne-Guro Gellein Berg" userId="S::xanber@so-hf.no::94af04a4-a9b1-44b3-8593-ae152a96880e" providerId="AD" clId="Web-{00000000-0000-0000-0000-000000000000}" dt="2026-10-12T11:07:19.273" v="636" actId="20577"/>
          <ac:spMkLst>
            <pc:docMk/>
            <pc:sldMk cId="2026926756" sldId="295"/>
            <ac:spMk id="4" creationId="{29FD5144-42D3-58BD-5F1C-1ACD2236F5BB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1:04:19.538" v="314" actId="14100"/>
          <ac:picMkLst>
            <pc:docMk/>
            <pc:sldMk cId="2026926756" sldId="295"/>
            <ac:picMk id="2" creationId="{04F7A304-F47A-5ED8-ED99-E89957BC55BD}"/>
          </ac:picMkLst>
        </pc:picChg>
      </pc:sldChg>
      <pc:sldChg chg="addSp modSp">
        <pc:chgData name="Hanne-Guro Gellein Berg" userId="S::xanber@so-hf.no::94af04a4-a9b1-44b3-8593-ae152a96880e" providerId="AD" clId="Web-{00000000-0000-0000-0000-000000000000}" dt="2026-10-12T11:08:24.211" v="711" actId="20577"/>
        <pc:sldMkLst>
          <pc:docMk/>
          <pc:sldMk cId="2963964256" sldId="310"/>
        </pc:sldMkLst>
        <pc:spChg chg="add mod">
          <ac:chgData name="Hanne-Guro Gellein Berg" userId="S::xanber@so-hf.no::94af04a4-a9b1-44b3-8593-ae152a96880e" providerId="AD" clId="Web-{00000000-0000-0000-0000-000000000000}" dt="2026-10-12T11:08:24.211" v="711" actId="20577"/>
          <ac:spMkLst>
            <pc:docMk/>
            <pc:sldMk cId="2963964256" sldId="310"/>
            <ac:spMk id="3" creationId="{1A57E0AD-AD25-6CB8-7872-9BC48B37E2C1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1:07:49.101" v="637" actId="14100"/>
          <ac:picMkLst>
            <pc:docMk/>
            <pc:sldMk cId="2963964256" sldId="310"/>
            <ac:picMk id="2" creationId="{DA074512-7296-DCA9-F258-9AB9E6F48C88}"/>
          </ac:picMkLst>
        </pc:picChg>
      </pc:sldChg>
      <pc:sldChg chg="addSp modSp">
        <pc:chgData name="Hanne-Guro Gellein Berg" userId="S::xanber@so-hf.no::94af04a4-a9b1-44b3-8593-ae152a96880e" providerId="AD" clId="Web-{00000000-0000-0000-0000-000000000000}" dt="2026-10-12T11:09:45.961" v="816" actId="20577"/>
        <pc:sldMkLst>
          <pc:docMk/>
          <pc:sldMk cId="663358808" sldId="313"/>
        </pc:sldMkLst>
        <pc:spChg chg="add mod">
          <ac:chgData name="Hanne-Guro Gellein Berg" userId="S::xanber@so-hf.no::94af04a4-a9b1-44b3-8593-ae152a96880e" providerId="AD" clId="Web-{00000000-0000-0000-0000-000000000000}" dt="2026-10-12T11:09:45.961" v="816" actId="20577"/>
          <ac:spMkLst>
            <pc:docMk/>
            <pc:sldMk cId="663358808" sldId="313"/>
            <ac:spMk id="3" creationId="{66543994-FBB7-C3E1-3624-32CFE105B56F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1:08:33.383" v="712" actId="14100"/>
          <ac:picMkLst>
            <pc:docMk/>
            <pc:sldMk cId="663358808" sldId="313"/>
            <ac:picMk id="2" creationId="{D425F702-EC04-35ED-ACD0-B634FD0C8517}"/>
          </ac:picMkLst>
        </pc:picChg>
      </pc:sldChg>
      <pc:sldChg chg="modSp">
        <pc:chgData name="Hanne-Guro Gellein Berg" userId="S::xanber@so-hf.no::94af04a4-a9b1-44b3-8593-ae152a96880e" providerId="AD" clId="Web-{00000000-0000-0000-0000-000000000000}" dt="2026-10-12T12:05:39.902" v="1899" actId="20577"/>
        <pc:sldMkLst>
          <pc:docMk/>
          <pc:sldMk cId="591072100" sldId="325"/>
        </pc:sldMkLst>
        <pc:spChg chg="mod">
          <ac:chgData name="Hanne-Guro Gellein Berg" userId="S::xanber@so-hf.no::94af04a4-a9b1-44b3-8593-ae152a96880e" providerId="AD" clId="Web-{00000000-0000-0000-0000-000000000000}" dt="2026-10-12T12:05:39.902" v="1899" actId="20577"/>
          <ac:spMkLst>
            <pc:docMk/>
            <pc:sldMk cId="591072100" sldId="325"/>
            <ac:spMk id="3" creationId="{CDDBAD8E-7479-5923-3EA0-F80129B0A3EC}"/>
          </ac:spMkLst>
        </pc:spChg>
      </pc:sldChg>
      <pc:sldChg chg="addSp modSp">
        <pc:chgData name="Hanne-Guro Gellein Berg" userId="S::xanber@so-hf.no::94af04a4-a9b1-44b3-8593-ae152a96880e" providerId="AD" clId="Web-{00000000-0000-0000-0000-000000000000}" dt="2026-10-12T11:12:24.337" v="900" actId="20577"/>
        <pc:sldMkLst>
          <pc:docMk/>
          <pc:sldMk cId="2180507589" sldId="327"/>
        </pc:sldMkLst>
        <pc:spChg chg="add mod">
          <ac:chgData name="Hanne-Guro Gellein Berg" userId="S::xanber@so-hf.no::94af04a4-a9b1-44b3-8593-ae152a96880e" providerId="AD" clId="Web-{00000000-0000-0000-0000-000000000000}" dt="2026-10-12T11:12:24.337" v="900" actId="20577"/>
          <ac:spMkLst>
            <pc:docMk/>
            <pc:sldMk cId="2180507589" sldId="327"/>
            <ac:spMk id="2" creationId="{7F3748E4-3DAA-8AFC-7089-A8BC0AEED357}"/>
          </ac:spMkLst>
        </pc:spChg>
        <pc:picChg chg="mod">
          <ac:chgData name="Hanne-Guro Gellein Berg" userId="S::xanber@so-hf.no::94af04a4-a9b1-44b3-8593-ae152a96880e" providerId="AD" clId="Web-{00000000-0000-0000-0000-000000000000}" dt="2026-10-12T11:09:58.743" v="817" actId="14100"/>
          <ac:picMkLst>
            <pc:docMk/>
            <pc:sldMk cId="2180507589" sldId="327"/>
            <ac:picMk id="3" creationId="{FDCF5925-4BBE-50BD-D9DB-6295745DB49F}"/>
          </ac:picMkLst>
        </pc:picChg>
      </pc:sldChg>
      <pc:sldChg chg="addSp modSp new">
        <pc:chgData name="Hanne-Guro Gellein Berg" userId="S::xanber@so-hf.no::94af04a4-a9b1-44b3-8593-ae152a96880e" providerId="AD" clId="Web-{00000000-0000-0000-0000-000000000000}" dt="2026-10-12T12:04:02.839" v="1676" actId="20577"/>
        <pc:sldMkLst>
          <pc:docMk/>
          <pc:sldMk cId="4271573058" sldId="328"/>
        </pc:sldMkLst>
        <pc:spChg chg="add mod">
          <ac:chgData name="Hanne-Guro Gellein Berg" userId="S::xanber@so-hf.no::94af04a4-a9b1-44b3-8593-ae152a96880e" providerId="AD" clId="Web-{00000000-0000-0000-0000-000000000000}" dt="2026-10-12T12:04:02.839" v="1676" actId="20577"/>
          <ac:spMkLst>
            <pc:docMk/>
            <pc:sldMk cId="4271573058" sldId="328"/>
            <ac:spMk id="3" creationId="{D24DF722-A456-C9BB-5DD1-B8E4C573A277}"/>
          </ac:spMkLst>
        </pc:spChg>
        <pc:picChg chg="add mod">
          <ac:chgData name="Hanne-Guro Gellein Berg" userId="S::xanber@so-hf.no::94af04a4-a9b1-44b3-8593-ae152a96880e" providerId="AD" clId="Web-{00000000-0000-0000-0000-000000000000}" dt="2026-10-12T11:13:24.603" v="905" actId="14100"/>
          <ac:picMkLst>
            <pc:docMk/>
            <pc:sldMk cId="4271573058" sldId="328"/>
            <ac:picMk id="2" creationId="{AE568DAA-56FC-7082-FB03-29FECC97898F}"/>
          </ac:picMkLst>
        </pc:picChg>
      </pc:sldChg>
      <pc:sldChg chg="addSp modSp new">
        <pc:chgData name="Hanne-Guro Gellein Berg" userId="S::xanber@so-hf.no::94af04a4-a9b1-44b3-8593-ae152a96880e" providerId="AD" clId="Web-{00000000-0000-0000-0000-000000000000}" dt="2026-10-12T11:55:53.649" v="1587" actId="20577"/>
        <pc:sldMkLst>
          <pc:docMk/>
          <pc:sldMk cId="1092464043" sldId="329"/>
        </pc:sldMkLst>
        <pc:spChg chg="add mod">
          <ac:chgData name="Hanne-Guro Gellein Berg" userId="S::xanber@so-hf.no::94af04a4-a9b1-44b3-8593-ae152a96880e" providerId="AD" clId="Web-{00000000-0000-0000-0000-000000000000}" dt="2026-10-12T11:55:50.149" v="1586" actId="20577"/>
          <ac:spMkLst>
            <pc:docMk/>
            <pc:sldMk cId="1092464043" sldId="329"/>
            <ac:spMk id="2" creationId="{C0480474-AB84-457C-5A95-07E4581CB89E}"/>
          </ac:spMkLst>
        </pc:spChg>
        <pc:spChg chg="add mod">
          <ac:chgData name="Hanne-Guro Gellein Berg" userId="S::xanber@so-hf.no::94af04a4-a9b1-44b3-8593-ae152a96880e" providerId="AD" clId="Web-{00000000-0000-0000-0000-000000000000}" dt="2026-10-12T11:55:53.649" v="1587" actId="20577"/>
          <ac:spMkLst>
            <pc:docMk/>
            <pc:sldMk cId="1092464043" sldId="329"/>
            <ac:spMk id="3" creationId="{406D61E7-6F75-5CC5-5437-9B0B2DCE01B1}"/>
          </ac:spMkLst>
        </pc:spChg>
      </pc:sldChg>
      <pc:sldChg chg="addSp modSp new">
        <pc:chgData name="Hanne-Guro Gellein Berg" userId="S::xanber@so-hf.no::94af04a4-a9b1-44b3-8593-ae152a96880e" providerId="AD" clId="Web-{00000000-0000-0000-0000-000000000000}" dt="2026-10-12T11:57:32.447" v="1673" actId="20577"/>
        <pc:sldMkLst>
          <pc:docMk/>
          <pc:sldMk cId="1222294930" sldId="330"/>
        </pc:sldMkLst>
        <pc:spChg chg="add mod">
          <ac:chgData name="Hanne-Guro Gellein Berg" userId="S::xanber@so-hf.no::94af04a4-a9b1-44b3-8593-ae152a96880e" providerId="AD" clId="Web-{00000000-0000-0000-0000-000000000000}" dt="2026-10-12T11:55:45.790" v="1585" actId="20577"/>
          <ac:spMkLst>
            <pc:docMk/>
            <pc:sldMk cId="1222294930" sldId="330"/>
            <ac:spMk id="2" creationId="{604C72C7-8CB7-54F0-1226-C3ED2CE0D3B5}"/>
          </ac:spMkLst>
        </pc:spChg>
        <pc:spChg chg="add mod">
          <ac:chgData name="Hanne-Guro Gellein Berg" userId="S::xanber@so-hf.no::94af04a4-a9b1-44b3-8593-ae152a96880e" providerId="AD" clId="Web-{00000000-0000-0000-0000-000000000000}" dt="2026-10-12T11:57:32.447" v="1673" actId="20577"/>
          <ac:spMkLst>
            <pc:docMk/>
            <pc:sldMk cId="1222294930" sldId="330"/>
            <ac:spMk id="3" creationId="{959F5B87-71DD-E832-F83F-63701E9E07FE}"/>
          </ac:spMkLst>
        </pc:spChg>
      </pc:sldChg>
    </pc:docChg>
  </pc:docChgLst>
  <pc:docChgLst>
    <pc:chgData name="Claes Anton Kjelshus" userId="S::clakje@ahus.no::9998181f-ce8d-4058-8e07-86b6ffd9e70a" providerId="AD" clId="Web-{540BAB39-35C9-7811-3947-536F4A7914F6}"/>
    <pc:docChg chg="modSld">
      <pc:chgData name="Claes Anton Kjelshus" userId="S::clakje@ahus.no::9998181f-ce8d-4058-8e07-86b6ffd9e70a" providerId="AD" clId="Web-{540BAB39-35C9-7811-3947-536F4A7914F6}" dt="2026-10-14T10:14:05.364" v="7"/>
      <pc:docMkLst>
        <pc:docMk/>
      </pc:docMkLst>
      <pc:sldChg chg="addSp delSp modSp">
        <pc:chgData name="Claes Anton Kjelshus" userId="S::clakje@ahus.no::9998181f-ce8d-4058-8e07-86b6ffd9e70a" providerId="AD" clId="Web-{540BAB39-35C9-7811-3947-536F4A7914F6}" dt="2026-10-14T10:14:05.364" v="7"/>
        <pc:sldMkLst>
          <pc:docMk/>
          <pc:sldMk cId="743201432" sldId="326"/>
        </pc:sldMkLst>
        <pc:spChg chg="add del mod">
          <ac:chgData name="Claes Anton Kjelshus" userId="S::clakje@ahus.no::9998181f-ce8d-4058-8e07-86b6ffd9e70a" providerId="AD" clId="Web-{540BAB39-35C9-7811-3947-536F4A7914F6}" dt="2026-10-14T10:14:05.364" v="7"/>
          <ac:spMkLst>
            <pc:docMk/>
            <pc:sldMk cId="743201432" sldId="326"/>
            <ac:spMk id="4" creationId="{34556FE0-8422-FA76-2A37-B96EF91A13AD}"/>
          </ac:spMkLst>
        </pc:spChg>
      </pc:sldChg>
    </pc:docChg>
  </pc:docChgLst>
  <pc:docChgLst>
    <pc:chgData name="Saxe Dingstad" userId="S::saxdin@so-hf.no::13ecbb22-7887-4c25-92dc-4cfc59f0e0d5" providerId="AD" clId="Web-{3EE9944D-871E-6A63-1AE2-20789DEFCF07}"/>
    <pc:docChg chg="modSld">
      <pc:chgData name="Saxe Dingstad" userId="S::saxdin@so-hf.no::13ecbb22-7887-4c25-92dc-4cfc59f0e0d5" providerId="AD" clId="Web-{3EE9944D-871E-6A63-1AE2-20789DEFCF07}" dt="2026-10-05T11:35:22.092" v="0" actId="1076"/>
      <pc:docMkLst>
        <pc:docMk/>
      </pc:docMkLst>
      <pc:sldChg chg="modSp">
        <pc:chgData name="Saxe Dingstad" userId="S::saxdin@so-hf.no::13ecbb22-7887-4c25-92dc-4cfc59f0e0d5" providerId="AD" clId="Web-{3EE9944D-871E-6A63-1AE2-20789DEFCF07}" dt="2026-10-05T11:35:22.092" v="0" actId="1076"/>
        <pc:sldMkLst>
          <pc:docMk/>
          <pc:sldMk cId="127225585" sldId="259"/>
        </pc:sldMkLst>
        <pc:spChg chg="mod">
          <ac:chgData name="Saxe Dingstad" userId="S::saxdin@so-hf.no::13ecbb22-7887-4c25-92dc-4cfc59f0e0d5" providerId="AD" clId="Web-{3EE9944D-871E-6A63-1AE2-20789DEFCF07}" dt="2026-10-05T11:35:22.092" v="0" actId="1076"/>
          <ac:spMkLst>
            <pc:docMk/>
            <pc:sldMk cId="127225585" sldId="259"/>
            <ac:spMk id="8" creationId="{8965010E-17B1-50A5-FEAC-1561001C7920}"/>
          </ac:spMkLst>
        </pc:spChg>
      </pc:sldChg>
    </pc:docChg>
  </pc:docChgLst>
  <pc:docChgLst>
    <pc:chgData name="Claes Anton Kjelshus" userId="S::clakje@ahus.no::9998181f-ce8d-4058-8e07-86b6ffd9e70a" providerId="AD" clId="Web-{B77CE33F-B420-740C-FDD2-64BE34CDEE73}"/>
    <pc:docChg chg="addSld modSld">
      <pc:chgData name="Claes Anton Kjelshus" userId="S::clakje@ahus.no::9998181f-ce8d-4058-8e07-86b6ffd9e70a" providerId="AD" clId="Web-{B77CE33F-B420-740C-FDD2-64BE34CDEE73}" dt="2026-10-05T09:03:01.314" v="20"/>
      <pc:docMkLst>
        <pc:docMk/>
      </pc:docMkLst>
      <pc:sldChg chg="addSp modSp">
        <pc:chgData name="Claes Anton Kjelshus" userId="S::clakje@ahus.no::9998181f-ce8d-4058-8e07-86b6ffd9e70a" providerId="AD" clId="Web-{B77CE33F-B420-740C-FDD2-64BE34CDEE73}" dt="2026-10-05T09:02:51.736" v="15" actId="20577"/>
        <pc:sldMkLst>
          <pc:docMk/>
          <pc:sldMk cId="4253124984" sldId="256"/>
        </pc:sldMkLst>
        <pc:spChg chg="mod">
          <ac:chgData name="Claes Anton Kjelshus" userId="S::clakje@ahus.no::9998181f-ce8d-4058-8e07-86b6ffd9e70a" providerId="AD" clId="Web-{B77CE33F-B420-740C-FDD2-64BE34CDEE73}" dt="2026-10-05T09:00:54.298" v="3" actId="20577"/>
          <ac:spMkLst>
            <pc:docMk/>
            <pc:sldMk cId="4253124984" sldId="256"/>
            <ac:spMk id="2" creationId="{00000000-0000-0000-0000-000000000000}"/>
          </ac:spMkLst>
        </pc:spChg>
        <pc:spChg chg="mod">
          <ac:chgData name="Claes Anton Kjelshus" userId="S::clakje@ahus.no::9998181f-ce8d-4058-8e07-86b6ffd9e70a" providerId="AD" clId="Web-{B77CE33F-B420-740C-FDD2-64BE34CDEE73}" dt="2026-10-05T09:02:51.736" v="15" actId="20577"/>
          <ac:spMkLst>
            <pc:docMk/>
            <pc:sldMk cId="4253124984" sldId="256"/>
            <ac:spMk id="3" creationId="{00000000-0000-0000-0000-000000000000}"/>
          </ac:spMkLst>
        </pc:spChg>
        <pc:spChg chg="add mod">
          <ac:chgData name="Claes Anton Kjelshus" userId="S::clakje@ahus.no::9998181f-ce8d-4058-8e07-86b6ffd9e70a" providerId="AD" clId="Web-{B77CE33F-B420-740C-FDD2-64BE34CDEE73}" dt="2026-10-05T09:02:47.267" v="6" actId="1076"/>
          <ac:spMkLst>
            <pc:docMk/>
            <pc:sldMk cId="4253124984" sldId="256"/>
            <ac:spMk id="4" creationId="{0301E3ED-FE85-2C45-F213-DBE6122EF344}"/>
          </ac:spMkLst>
        </pc:spChg>
      </pc:sldChg>
      <pc:sldChg chg="new">
        <pc:chgData name="Claes Anton Kjelshus" userId="S::clakje@ahus.no::9998181f-ce8d-4058-8e07-86b6ffd9e70a" providerId="AD" clId="Web-{B77CE33F-B420-740C-FDD2-64BE34CDEE73}" dt="2026-10-05T09:02:58.658" v="16"/>
        <pc:sldMkLst>
          <pc:docMk/>
          <pc:sldMk cId="3195922009" sldId="257"/>
        </pc:sldMkLst>
      </pc:sldChg>
      <pc:sldChg chg="add replId">
        <pc:chgData name="Claes Anton Kjelshus" userId="S::clakje@ahus.no::9998181f-ce8d-4058-8e07-86b6ffd9e70a" providerId="AD" clId="Web-{B77CE33F-B420-740C-FDD2-64BE34CDEE73}" dt="2026-10-05T09:03:00.361" v="17"/>
        <pc:sldMkLst>
          <pc:docMk/>
          <pc:sldMk cId="401684762" sldId="258"/>
        </pc:sldMkLst>
      </pc:sldChg>
      <pc:sldChg chg="add replId">
        <pc:chgData name="Claes Anton Kjelshus" userId="S::clakje@ahus.no::9998181f-ce8d-4058-8e07-86b6ffd9e70a" providerId="AD" clId="Web-{B77CE33F-B420-740C-FDD2-64BE34CDEE73}" dt="2026-10-05T09:03:00.689" v="18"/>
        <pc:sldMkLst>
          <pc:docMk/>
          <pc:sldMk cId="127225585" sldId="259"/>
        </pc:sldMkLst>
      </pc:sldChg>
      <pc:sldChg chg="add replId">
        <pc:chgData name="Claes Anton Kjelshus" userId="S::clakje@ahus.no::9998181f-ce8d-4058-8e07-86b6ffd9e70a" providerId="AD" clId="Web-{B77CE33F-B420-740C-FDD2-64BE34CDEE73}" dt="2026-10-05T09:03:01.001" v="19"/>
        <pc:sldMkLst>
          <pc:docMk/>
          <pc:sldMk cId="3014137390" sldId="260"/>
        </pc:sldMkLst>
      </pc:sldChg>
      <pc:sldChg chg="add replId">
        <pc:chgData name="Claes Anton Kjelshus" userId="S::clakje@ahus.no::9998181f-ce8d-4058-8e07-86b6ffd9e70a" providerId="AD" clId="Web-{B77CE33F-B420-740C-FDD2-64BE34CDEE73}" dt="2026-10-05T09:03:01.314" v="20"/>
        <pc:sldMkLst>
          <pc:docMk/>
          <pc:sldMk cId="3799317786" sldId="261"/>
        </pc:sldMkLst>
      </pc:sldChg>
    </pc:docChg>
  </pc:docChgLst>
  <pc:docChgLst>
    <pc:chgData name="Hanne-Guro Gellein Berg" userId="S::xanber@so-hf.no::94af04a4-a9b1-44b3-8593-ae152a96880e" providerId="AD" clId="Web-{C1A6C2BB-D3A7-4A52-CCCB-BA95D43FD924}"/>
    <pc:docChg chg="addSld delSld modSld">
      <pc:chgData name="Hanne-Guro Gellein Berg" userId="S::xanber@so-hf.no::94af04a4-a9b1-44b3-8593-ae152a96880e" providerId="AD" clId="Web-{C1A6C2BB-D3A7-4A52-CCCB-BA95D43FD924}" dt="2026-10-11T11:18:04.405" v="152"/>
      <pc:docMkLst>
        <pc:docMk/>
      </pc:docMkLst>
      <pc:sldChg chg="addSp modSp">
        <pc:chgData name="Hanne-Guro Gellein Berg" userId="S::xanber@so-hf.no::94af04a4-a9b1-44b3-8593-ae152a96880e" providerId="AD" clId="Web-{C1A6C2BB-D3A7-4A52-CCCB-BA95D43FD924}" dt="2026-10-11T10:34:06.858" v="0"/>
        <pc:sldMkLst>
          <pc:docMk/>
          <pc:sldMk cId="3014137390" sldId="260"/>
        </pc:sldMkLst>
        <pc:picChg chg="add mod">
          <ac:chgData name="Hanne-Guro Gellein Berg" userId="S::xanber@so-hf.no::94af04a4-a9b1-44b3-8593-ae152a96880e" providerId="AD" clId="Web-{C1A6C2BB-D3A7-4A52-CCCB-BA95D43FD924}" dt="2026-10-11T10:34:06.858" v="0"/>
          <ac:picMkLst>
            <pc:docMk/>
            <pc:sldMk cId="3014137390" sldId="260"/>
            <ac:picMk id="2" creationId="{255F2170-9B41-544D-DE28-5D67572844A5}"/>
          </ac:picMkLst>
        </pc:picChg>
      </pc:sldChg>
      <pc:sldChg chg="addSp modSp">
        <pc:chgData name="Hanne-Guro Gellein Berg" userId="S::xanber@so-hf.no::94af04a4-a9b1-44b3-8593-ae152a96880e" providerId="AD" clId="Web-{C1A6C2BB-D3A7-4A52-CCCB-BA95D43FD924}" dt="2026-10-11T10:34:27.999" v="1"/>
        <pc:sldMkLst>
          <pc:docMk/>
          <pc:sldMk cId="3799317786" sldId="261"/>
        </pc:sldMkLst>
        <pc:picChg chg="add mod">
          <ac:chgData name="Hanne-Guro Gellein Berg" userId="S::xanber@so-hf.no::94af04a4-a9b1-44b3-8593-ae152a96880e" providerId="AD" clId="Web-{C1A6C2BB-D3A7-4A52-CCCB-BA95D43FD924}" dt="2026-10-11T10:34:27.999" v="1"/>
          <ac:picMkLst>
            <pc:docMk/>
            <pc:sldMk cId="3799317786" sldId="261"/>
            <ac:picMk id="2" creationId="{08194739-9983-D784-FC05-1B858A230512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5:03.304" v="9"/>
        <pc:sldMkLst>
          <pc:docMk/>
          <pc:sldMk cId="3653010962" sldId="262"/>
        </pc:sldMkLst>
        <pc:picChg chg="add mod">
          <ac:chgData name="Hanne-Guro Gellein Berg" userId="S::xanber@so-hf.no::94af04a4-a9b1-44b3-8593-ae152a96880e" providerId="AD" clId="Web-{C1A6C2BB-D3A7-4A52-CCCB-BA95D43FD924}" dt="2026-10-11T10:35:03.304" v="9"/>
          <ac:picMkLst>
            <pc:docMk/>
            <pc:sldMk cId="3653010962" sldId="262"/>
            <ac:picMk id="2" creationId="{4F0CBEC0-AC92-8D04-BB95-AC3D9504EEBC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5:33.023" v="10"/>
        <pc:sldMkLst>
          <pc:docMk/>
          <pc:sldMk cId="2596485708" sldId="263"/>
        </pc:sldMkLst>
        <pc:picChg chg="add mod">
          <ac:chgData name="Hanne-Guro Gellein Berg" userId="S::xanber@so-hf.no::94af04a4-a9b1-44b3-8593-ae152a96880e" providerId="AD" clId="Web-{C1A6C2BB-D3A7-4A52-CCCB-BA95D43FD924}" dt="2026-10-11T10:35:33.023" v="10"/>
          <ac:picMkLst>
            <pc:docMk/>
            <pc:sldMk cId="2596485708" sldId="263"/>
            <ac:picMk id="2" creationId="{931BD4E1-D457-2FA2-97A7-24C03314E87B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5:57.601" v="11"/>
        <pc:sldMkLst>
          <pc:docMk/>
          <pc:sldMk cId="3938962614" sldId="264"/>
        </pc:sldMkLst>
        <pc:picChg chg="add mod">
          <ac:chgData name="Hanne-Guro Gellein Berg" userId="S::xanber@so-hf.no::94af04a4-a9b1-44b3-8593-ae152a96880e" providerId="AD" clId="Web-{C1A6C2BB-D3A7-4A52-CCCB-BA95D43FD924}" dt="2026-10-11T10:35:57.601" v="11"/>
          <ac:picMkLst>
            <pc:docMk/>
            <pc:sldMk cId="3938962614" sldId="264"/>
            <ac:picMk id="2" creationId="{280B0586-555B-FA5A-D606-375468F7502C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6:18.179" v="12"/>
        <pc:sldMkLst>
          <pc:docMk/>
          <pc:sldMk cId="947310834" sldId="265"/>
        </pc:sldMkLst>
        <pc:picChg chg="add mod">
          <ac:chgData name="Hanne-Guro Gellein Berg" userId="S::xanber@so-hf.no::94af04a4-a9b1-44b3-8593-ae152a96880e" providerId="AD" clId="Web-{C1A6C2BB-D3A7-4A52-CCCB-BA95D43FD924}" dt="2026-10-11T10:36:18.179" v="12"/>
          <ac:picMkLst>
            <pc:docMk/>
            <pc:sldMk cId="947310834" sldId="265"/>
            <ac:picMk id="2" creationId="{D5AA5FEC-08A3-D324-ADA4-EF58855C4466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7:07.007" v="13"/>
        <pc:sldMkLst>
          <pc:docMk/>
          <pc:sldMk cId="1093159687" sldId="266"/>
        </pc:sldMkLst>
        <pc:picChg chg="add mod">
          <ac:chgData name="Hanne-Guro Gellein Berg" userId="S::xanber@so-hf.no::94af04a4-a9b1-44b3-8593-ae152a96880e" providerId="AD" clId="Web-{C1A6C2BB-D3A7-4A52-CCCB-BA95D43FD924}" dt="2026-10-11T10:37:07.007" v="13"/>
          <ac:picMkLst>
            <pc:docMk/>
            <pc:sldMk cId="1093159687" sldId="266"/>
            <ac:picMk id="2" creationId="{F1E2428E-F2D8-9B4D-968C-110FF03894EB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7:33.695" v="16" actId="1076"/>
        <pc:sldMkLst>
          <pc:docMk/>
          <pc:sldMk cId="3192703570" sldId="267"/>
        </pc:sldMkLst>
        <pc:picChg chg="add mod">
          <ac:chgData name="Hanne-Guro Gellein Berg" userId="S::xanber@so-hf.no::94af04a4-a9b1-44b3-8593-ae152a96880e" providerId="AD" clId="Web-{C1A6C2BB-D3A7-4A52-CCCB-BA95D43FD924}" dt="2026-10-11T10:37:33.695" v="16" actId="1076"/>
          <ac:picMkLst>
            <pc:docMk/>
            <pc:sldMk cId="3192703570" sldId="267"/>
            <ac:picMk id="2" creationId="{8988DDBF-5B0B-C425-B9A7-CD220FCE7C1C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7:58.242" v="17"/>
        <pc:sldMkLst>
          <pc:docMk/>
          <pc:sldMk cId="251689120" sldId="268"/>
        </pc:sldMkLst>
        <pc:picChg chg="add mod">
          <ac:chgData name="Hanne-Guro Gellein Berg" userId="S::xanber@so-hf.no::94af04a4-a9b1-44b3-8593-ae152a96880e" providerId="AD" clId="Web-{C1A6C2BB-D3A7-4A52-CCCB-BA95D43FD924}" dt="2026-10-11T10:37:58.242" v="17"/>
          <ac:picMkLst>
            <pc:docMk/>
            <pc:sldMk cId="251689120" sldId="268"/>
            <ac:picMk id="2" creationId="{35E99A74-8DCE-6B74-AD31-F53A1FA83963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8:29.523" v="34"/>
        <pc:sldMkLst>
          <pc:docMk/>
          <pc:sldMk cId="2447145779" sldId="269"/>
        </pc:sldMkLst>
        <pc:picChg chg="add mod">
          <ac:chgData name="Hanne-Guro Gellein Berg" userId="S::xanber@so-hf.no::94af04a4-a9b1-44b3-8593-ae152a96880e" providerId="AD" clId="Web-{C1A6C2BB-D3A7-4A52-CCCB-BA95D43FD924}" dt="2026-10-11T10:38:29.523" v="34"/>
          <ac:picMkLst>
            <pc:docMk/>
            <pc:sldMk cId="2447145779" sldId="269"/>
            <ac:picMk id="2" creationId="{EBF86FD5-5798-C6A7-A210-A41A087FF6AD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39:14.695" v="35"/>
        <pc:sldMkLst>
          <pc:docMk/>
          <pc:sldMk cId="895581301" sldId="270"/>
        </pc:sldMkLst>
        <pc:picChg chg="add mod">
          <ac:chgData name="Hanne-Guro Gellein Berg" userId="S::xanber@so-hf.no::94af04a4-a9b1-44b3-8593-ae152a96880e" providerId="AD" clId="Web-{C1A6C2BB-D3A7-4A52-CCCB-BA95D43FD924}" dt="2026-10-11T10:39:14.695" v="35"/>
          <ac:picMkLst>
            <pc:docMk/>
            <pc:sldMk cId="895581301" sldId="270"/>
            <ac:picMk id="2" creationId="{4DE60AFE-E47C-270C-2049-0E5C7515E2A1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0:08.086" v="36"/>
        <pc:sldMkLst>
          <pc:docMk/>
          <pc:sldMk cId="739992675" sldId="271"/>
        </pc:sldMkLst>
        <pc:picChg chg="add mod">
          <ac:chgData name="Hanne-Guro Gellein Berg" userId="S::xanber@so-hf.no::94af04a4-a9b1-44b3-8593-ae152a96880e" providerId="AD" clId="Web-{C1A6C2BB-D3A7-4A52-CCCB-BA95D43FD924}" dt="2026-10-11T10:40:08.086" v="36"/>
          <ac:picMkLst>
            <pc:docMk/>
            <pc:sldMk cId="739992675" sldId="271"/>
            <ac:picMk id="2" creationId="{1E5063E9-3AA1-D070-5B73-D90676EB600E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0:42.695" v="37"/>
        <pc:sldMkLst>
          <pc:docMk/>
          <pc:sldMk cId="4278881433" sldId="272"/>
        </pc:sldMkLst>
        <pc:picChg chg="add mod">
          <ac:chgData name="Hanne-Guro Gellein Berg" userId="S::xanber@so-hf.no::94af04a4-a9b1-44b3-8593-ae152a96880e" providerId="AD" clId="Web-{C1A6C2BB-D3A7-4A52-CCCB-BA95D43FD924}" dt="2026-10-11T10:40:42.695" v="37"/>
          <ac:picMkLst>
            <pc:docMk/>
            <pc:sldMk cId="4278881433" sldId="272"/>
            <ac:picMk id="2" creationId="{6759C5C5-CAF8-F504-3AA9-7EE5340A07B6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1:12.101" v="38"/>
        <pc:sldMkLst>
          <pc:docMk/>
          <pc:sldMk cId="2248690849" sldId="273"/>
        </pc:sldMkLst>
        <pc:picChg chg="add mod">
          <ac:chgData name="Hanne-Guro Gellein Berg" userId="S::xanber@so-hf.no::94af04a4-a9b1-44b3-8593-ae152a96880e" providerId="AD" clId="Web-{C1A6C2BB-D3A7-4A52-CCCB-BA95D43FD924}" dt="2026-10-11T10:41:12.101" v="38"/>
          <ac:picMkLst>
            <pc:docMk/>
            <pc:sldMk cId="2248690849" sldId="273"/>
            <ac:picMk id="2" creationId="{E4C1C579-0314-6E6E-3ACD-C775633065FE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6:55.617" v="39"/>
        <pc:sldMkLst>
          <pc:docMk/>
          <pc:sldMk cId="3289767574" sldId="274"/>
        </pc:sldMkLst>
        <pc:picChg chg="add mod">
          <ac:chgData name="Hanne-Guro Gellein Berg" userId="S::xanber@so-hf.no::94af04a4-a9b1-44b3-8593-ae152a96880e" providerId="AD" clId="Web-{C1A6C2BB-D3A7-4A52-CCCB-BA95D43FD924}" dt="2026-10-11T10:46:55.617" v="39"/>
          <ac:picMkLst>
            <pc:docMk/>
            <pc:sldMk cId="3289767574" sldId="274"/>
            <ac:picMk id="2" creationId="{E1C8667E-1DA7-04B4-E893-5A284D6F91D2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7:18.195" v="40"/>
        <pc:sldMkLst>
          <pc:docMk/>
          <pc:sldMk cId="709952817" sldId="275"/>
        </pc:sldMkLst>
        <pc:picChg chg="add mod">
          <ac:chgData name="Hanne-Guro Gellein Berg" userId="S::xanber@so-hf.no::94af04a4-a9b1-44b3-8593-ae152a96880e" providerId="AD" clId="Web-{C1A6C2BB-D3A7-4A52-CCCB-BA95D43FD924}" dt="2026-10-11T10:47:18.195" v="40"/>
          <ac:picMkLst>
            <pc:docMk/>
            <pc:sldMk cId="709952817" sldId="275"/>
            <ac:picMk id="2" creationId="{4082147A-BB8E-39B9-9363-8EAC665283EC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7:47.008" v="41"/>
        <pc:sldMkLst>
          <pc:docMk/>
          <pc:sldMk cId="350784455" sldId="276"/>
        </pc:sldMkLst>
        <pc:picChg chg="add mod">
          <ac:chgData name="Hanne-Guro Gellein Berg" userId="S::xanber@so-hf.no::94af04a4-a9b1-44b3-8593-ae152a96880e" providerId="AD" clId="Web-{C1A6C2BB-D3A7-4A52-CCCB-BA95D43FD924}" dt="2026-10-11T10:47:47.008" v="41"/>
          <ac:picMkLst>
            <pc:docMk/>
            <pc:sldMk cId="350784455" sldId="276"/>
            <ac:picMk id="2" creationId="{5188F967-0195-A976-03A4-44C5D168DC18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8:09.726" v="43" actId="1076"/>
        <pc:sldMkLst>
          <pc:docMk/>
          <pc:sldMk cId="4000701794" sldId="277"/>
        </pc:sldMkLst>
        <pc:picChg chg="add mod">
          <ac:chgData name="Hanne-Guro Gellein Berg" userId="S::xanber@so-hf.no::94af04a4-a9b1-44b3-8593-ae152a96880e" providerId="AD" clId="Web-{C1A6C2BB-D3A7-4A52-CCCB-BA95D43FD924}" dt="2026-10-11T10:48:09.726" v="43" actId="1076"/>
          <ac:picMkLst>
            <pc:docMk/>
            <pc:sldMk cId="4000701794" sldId="277"/>
            <ac:picMk id="2" creationId="{E4E3FD8E-58A7-B7BD-DB41-2C35C810D3D0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8:50.398" v="44"/>
        <pc:sldMkLst>
          <pc:docMk/>
          <pc:sldMk cId="3940431434" sldId="278"/>
        </pc:sldMkLst>
        <pc:picChg chg="add mod">
          <ac:chgData name="Hanne-Guro Gellein Berg" userId="S::xanber@so-hf.no::94af04a4-a9b1-44b3-8593-ae152a96880e" providerId="AD" clId="Web-{C1A6C2BB-D3A7-4A52-CCCB-BA95D43FD924}" dt="2026-10-11T10:48:50.398" v="44"/>
          <ac:picMkLst>
            <pc:docMk/>
            <pc:sldMk cId="3940431434" sldId="278"/>
            <ac:picMk id="2" creationId="{5ED66124-09CB-3F44-7227-112DE4F9CD65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49:13.758" v="45"/>
        <pc:sldMkLst>
          <pc:docMk/>
          <pc:sldMk cId="745558469" sldId="279"/>
        </pc:sldMkLst>
        <pc:picChg chg="add mod">
          <ac:chgData name="Hanne-Guro Gellein Berg" userId="S::xanber@so-hf.no::94af04a4-a9b1-44b3-8593-ae152a96880e" providerId="AD" clId="Web-{C1A6C2BB-D3A7-4A52-CCCB-BA95D43FD924}" dt="2026-10-11T10:49:13.758" v="45"/>
          <ac:picMkLst>
            <pc:docMk/>
            <pc:sldMk cId="745558469" sldId="279"/>
            <ac:picMk id="2" creationId="{0B918A7E-FAAD-E22A-A7A2-8FADE64FB527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6:39.930" v="75"/>
        <pc:sldMkLst>
          <pc:docMk/>
          <pc:sldMk cId="1836928194" sldId="280"/>
        </pc:sldMkLst>
        <pc:picChg chg="add mod">
          <ac:chgData name="Hanne-Guro Gellein Berg" userId="S::xanber@so-hf.no::94af04a4-a9b1-44b3-8593-ae152a96880e" providerId="AD" clId="Web-{C1A6C2BB-D3A7-4A52-CCCB-BA95D43FD924}" dt="2026-10-11T11:06:39.930" v="75"/>
          <ac:picMkLst>
            <pc:docMk/>
            <pc:sldMk cId="1836928194" sldId="280"/>
            <ac:picMk id="2" creationId="{CFC44FE2-6FD0-4C22-4972-818B70AF5AA3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6:57.820" v="76"/>
        <pc:sldMkLst>
          <pc:docMk/>
          <pc:sldMk cId="3253616287" sldId="281"/>
        </pc:sldMkLst>
        <pc:picChg chg="add mod">
          <ac:chgData name="Hanne-Guro Gellein Berg" userId="S::xanber@so-hf.no::94af04a4-a9b1-44b3-8593-ae152a96880e" providerId="AD" clId="Web-{C1A6C2BB-D3A7-4A52-CCCB-BA95D43FD924}" dt="2026-10-11T11:06:57.820" v="76"/>
          <ac:picMkLst>
            <pc:docMk/>
            <pc:sldMk cId="3253616287" sldId="281"/>
            <ac:picMk id="2" creationId="{26266373-CB46-D5CF-D030-92B771A0043E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7:15.070" v="77"/>
        <pc:sldMkLst>
          <pc:docMk/>
          <pc:sldMk cId="16882096" sldId="282"/>
        </pc:sldMkLst>
        <pc:picChg chg="add mod">
          <ac:chgData name="Hanne-Guro Gellein Berg" userId="S::xanber@so-hf.no::94af04a4-a9b1-44b3-8593-ae152a96880e" providerId="AD" clId="Web-{C1A6C2BB-D3A7-4A52-CCCB-BA95D43FD924}" dt="2026-10-11T11:07:15.070" v="77"/>
          <ac:picMkLst>
            <pc:docMk/>
            <pc:sldMk cId="16882096" sldId="282"/>
            <ac:picMk id="2" creationId="{B146D6C8-7AE8-657B-4CAA-B221F8304986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7:31.820" v="78"/>
        <pc:sldMkLst>
          <pc:docMk/>
          <pc:sldMk cId="1963233866" sldId="283"/>
        </pc:sldMkLst>
        <pc:picChg chg="add mod">
          <ac:chgData name="Hanne-Guro Gellein Berg" userId="S::xanber@so-hf.no::94af04a4-a9b1-44b3-8593-ae152a96880e" providerId="AD" clId="Web-{C1A6C2BB-D3A7-4A52-CCCB-BA95D43FD924}" dt="2026-10-11T11:07:31.820" v="78"/>
          <ac:picMkLst>
            <pc:docMk/>
            <pc:sldMk cId="1963233866" sldId="283"/>
            <ac:picMk id="2" creationId="{1243A85D-9251-F1C0-A87D-8CADED425595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7:47.680" v="79"/>
        <pc:sldMkLst>
          <pc:docMk/>
          <pc:sldMk cId="1092177149" sldId="284"/>
        </pc:sldMkLst>
        <pc:picChg chg="add mod">
          <ac:chgData name="Hanne-Guro Gellein Berg" userId="S::xanber@so-hf.no::94af04a4-a9b1-44b3-8593-ae152a96880e" providerId="AD" clId="Web-{C1A6C2BB-D3A7-4A52-CCCB-BA95D43FD924}" dt="2026-10-11T11:07:47.680" v="79"/>
          <ac:picMkLst>
            <pc:docMk/>
            <pc:sldMk cId="1092177149" sldId="284"/>
            <ac:picMk id="2" creationId="{C4A94D91-2EF7-C496-4EA4-A1E33468F213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59:02.852" v="60"/>
        <pc:sldMkLst>
          <pc:docMk/>
          <pc:sldMk cId="1658455560" sldId="285"/>
        </pc:sldMkLst>
        <pc:picChg chg="add mod">
          <ac:chgData name="Hanne-Guro Gellein Berg" userId="S::xanber@so-hf.no::94af04a4-a9b1-44b3-8593-ae152a96880e" providerId="AD" clId="Web-{C1A6C2BB-D3A7-4A52-CCCB-BA95D43FD924}" dt="2026-10-11T10:59:02.852" v="60"/>
          <ac:picMkLst>
            <pc:docMk/>
            <pc:sldMk cId="1658455560" sldId="285"/>
            <ac:picMk id="2" creationId="{E1921720-7299-A346-8BE6-1EAD8C7A43E7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59:23.930" v="61"/>
        <pc:sldMkLst>
          <pc:docMk/>
          <pc:sldMk cId="1321867085" sldId="286"/>
        </pc:sldMkLst>
        <pc:picChg chg="add mod">
          <ac:chgData name="Hanne-Guro Gellein Berg" userId="S::xanber@so-hf.no::94af04a4-a9b1-44b3-8593-ae152a96880e" providerId="AD" clId="Web-{C1A6C2BB-D3A7-4A52-CCCB-BA95D43FD924}" dt="2026-10-11T10:59:23.930" v="61"/>
          <ac:picMkLst>
            <pc:docMk/>
            <pc:sldMk cId="1321867085" sldId="286"/>
            <ac:picMk id="2" creationId="{B22910B3-6411-E2B3-9FAD-A75999468E33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0:59:45.273" v="62"/>
        <pc:sldMkLst>
          <pc:docMk/>
          <pc:sldMk cId="603726678" sldId="287"/>
        </pc:sldMkLst>
        <pc:picChg chg="add mod">
          <ac:chgData name="Hanne-Guro Gellein Berg" userId="S::xanber@so-hf.no::94af04a4-a9b1-44b3-8593-ae152a96880e" providerId="AD" clId="Web-{C1A6C2BB-D3A7-4A52-CCCB-BA95D43FD924}" dt="2026-10-11T10:59:45.273" v="62"/>
          <ac:picMkLst>
            <pc:docMk/>
            <pc:sldMk cId="603726678" sldId="287"/>
            <ac:picMk id="2" creationId="{708FDBD6-B7A0-0AE4-4A09-B5D52F68650B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0:29.648" v="63"/>
        <pc:sldMkLst>
          <pc:docMk/>
          <pc:sldMk cId="806029206" sldId="288"/>
        </pc:sldMkLst>
        <pc:picChg chg="add mod">
          <ac:chgData name="Hanne-Guro Gellein Berg" userId="S::xanber@so-hf.no::94af04a4-a9b1-44b3-8593-ae152a96880e" providerId="AD" clId="Web-{C1A6C2BB-D3A7-4A52-CCCB-BA95D43FD924}" dt="2026-10-11T11:00:29.648" v="63"/>
          <ac:picMkLst>
            <pc:docMk/>
            <pc:sldMk cId="806029206" sldId="288"/>
            <ac:picMk id="2" creationId="{622882C6-B749-B6D5-A99E-88DB296F6C3B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1:07.477" v="64"/>
        <pc:sldMkLst>
          <pc:docMk/>
          <pc:sldMk cId="2039747875" sldId="289"/>
        </pc:sldMkLst>
        <pc:picChg chg="add mod">
          <ac:chgData name="Hanne-Guro Gellein Berg" userId="S::xanber@so-hf.no::94af04a4-a9b1-44b3-8593-ae152a96880e" providerId="AD" clId="Web-{C1A6C2BB-D3A7-4A52-CCCB-BA95D43FD924}" dt="2026-10-11T11:01:07.477" v="64"/>
          <ac:picMkLst>
            <pc:docMk/>
            <pc:sldMk cId="2039747875" sldId="289"/>
            <ac:picMk id="2" creationId="{E48C4DB3-CC81-B282-876F-01824558F9C6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1:24.492" v="65"/>
        <pc:sldMkLst>
          <pc:docMk/>
          <pc:sldMk cId="3194542811" sldId="290"/>
        </pc:sldMkLst>
        <pc:picChg chg="add mod">
          <ac:chgData name="Hanne-Guro Gellein Berg" userId="S::xanber@so-hf.no::94af04a4-a9b1-44b3-8593-ae152a96880e" providerId="AD" clId="Web-{C1A6C2BB-D3A7-4A52-CCCB-BA95D43FD924}" dt="2026-10-11T11:01:24.492" v="65"/>
          <ac:picMkLst>
            <pc:docMk/>
            <pc:sldMk cId="3194542811" sldId="290"/>
            <ac:picMk id="2" creationId="{65AB8597-9545-F384-87FA-6953BAFD5880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1:50.195" v="66"/>
        <pc:sldMkLst>
          <pc:docMk/>
          <pc:sldMk cId="1803187493" sldId="291"/>
        </pc:sldMkLst>
        <pc:picChg chg="add mod">
          <ac:chgData name="Hanne-Guro Gellein Berg" userId="S::xanber@so-hf.no::94af04a4-a9b1-44b3-8593-ae152a96880e" providerId="AD" clId="Web-{C1A6C2BB-D3A7-4A52-CCCB-BA95D43FD924}" dt="2026-10-11T11:01:50.195" v="66"/>
          <ac:picMkLst>
            <pc:docMk/>
            <pc:sldMk cId="1803187493" sldId="291"/>
            <ac:picMk id="2" creationId="{62612605-A558-6A81-B473-8919F9C13D3B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3:50.477" v="69"/>
        <pc:sldMkLst>
          <pc:docMk/>
          <pc:sldMk cId="194766760" sldId="293"/>
        </pc:sldMkLst>
        <pc:picChg chg="add mod">
          <ac:chgData name="Hanne-Guro Gellein Berg" userId="S::xanber@so-hf.no::94af04a4-a9b1-44b3-8593-ae152a96880e" providerId="AD" clId="Web-{C1A6C2BB-D3A7-4A52-CCCB-BA95D43FD924}" dt="2026-10-11T11:03:50.477" v="69"/>
          <ac:picMkLst>
            <pc:docMk/>
            <pc:sldMk cId="194766760" sldId="293"/>
            <ac:picMk id="2" creationId="{9EC9C618-567E-EC60-F433-3B4E63A25D6F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4:16.992" v="70"/>
        <pc:sldMkLst>
          <pc:docMk/>
          <pc:sldMk cId="1645265834" sldId="294"/>
        </pc:sldMkLst>
        <pc:picChg chg="add mod">
          <ac:chgData name="Hanne-Guro Gellein Berg" userId="S::xanber@so-hf.no::94af04a4-a9b1-44b3-8593-ae152a96880e" providerId="AD" clId="Web-{C1A6C2BB-D3A7-4A52-CCCB-BA95D43FD924}" dt="2026-10-11T11:04:16.992" v="70"/>
          <ac:picMkLst>
            <pc:docMk/>
            <pc:sldMk cId="1645265834" sldId="294"/>
            <ac:picMk id="2" creationId="{5F417EA0-9065-1343-5DDA-F3FEB42FF9E9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4:53.133" v="71"/>
        <pc:sldMkLst>
          <pc:docMk/>
          <pc:sldMk cId="2026926756" sldId="295"/>
        </pc:sldMkLst>
        <pc:picChg chg="add mod">
          <ac:chgData name="Hanne-Guro Gellein Berg" userId="S::xanber@so-hf.no::94af04a4-a9b1-44b3-8593-ae152a96880e" providerId="AD" clId="Web-{C1A6C2BB-D3A7-4A52-CCCB-BA95D43FD924}" dt="2026-10-11T11:04:53.133" v="71"/>
          <ac:picMkLst>
            <pc:docMk/>
            <pc:sldMk cId="2026926756" sldId="295"/>
            <ac:picMk id="2" creationId="{04F7A304-F47A-5ED8-ED99-E89957BC55BD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5:25.039" v="72"/>
        <pc:sldMkLst>
          <pc:docMk/>
          <pc:sldMk cId="1740984572" sldId="296"/>
        </pc:sldMkLst>
        <pc:picChg chg="add mod">
          <ac:chgData name="Hanne-Guro Gellein Berg" userId="S::xanber@so-hf.no::94af04a4-a9b1-44b3-8593-ae152a96880e" providerId="AD" clId="Web-{C1A6C2BB-D3A7-4A52-CCCB-BA95D43FD924}" dt="2026-10-11T11:05:25.039" v="72"/>
          <ac:picMkLst>
            <pc:docMk/>
            <pc:sldMk cId="1740984572" sldId="296"/>
            <ac:picMk id="2" creationId="{8895A84D-C1B7-8A90-B580-8B12729825D5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5:48.555" v="73"/>
        <pc:sldMkLst>
          <pc:docMk/>
          <pc:sldMk cId="3272410194" sldId="297"/>
        </pc:sldMkLst>
        <pc:picChg chg="add mod">
          <ac:chgData name="Hanne-Guro Gellein Berg" userId="S::xanber@so-hf.no::94af04a4-a9b1-44b3-8593-ae152a96880e" providerId="AD" clId="Web-{C1A6C2BB-D3A7-4A52-CCCB-BA95D43FD924}" dt="2026-10-11T11:05:48.555" v="73"/>
          <ac:picMkLst>
            <pc:docMk/>
            <pc:sldMk cId="3272410194" sldId="297"/>
            <ac:picMk id="2" creationId="{23CCBAD7-F19C-97C4-2270-162854B3D13A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6:23.117" v="74"/>
        <pc:sldMkLst>
          <pc:docMk/>
          <pc:sldMk cId="1164103975" sldId="298"/>
        </pc:sldMkLst>
        <pc:picChg chg="add mod">
          <ac:chgData name="Hanne-Guro Gellein Berg" userId="S::xanber@so-hf.no::94af04a4-a9b1-44b3-8593-ae152a96880e" providerId="AD" clId="Web-{C1A6C2BB-D3A7-4A52-CCCB-BA95D43FD924}" dt="2026-10-11T11:06:23.117" v="74"/>
          <ac:picMkLst>
            <pc:docMk/>
            <pc:sldMk cId="1164103975" sldId="298"/>
            <ac:picMk id="2" creationId="{24950E34-8883-90E7-B8BC-59B8B31C4287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8:08.904" v="84"/>
        <pc:sldMkLst>
          <pc:docMk/>
          <pc:sldMk cId="1913704472" sldId="299"/>
        </pc:sldMkLst>
        <pc:picChg chg="add mod">
          <ac:chgData name="Hanne-Guro Gellein Berg" userId="S::xanber@so-hf.no::94af04a4-a9b1-44b3-8593-ae152a96880e" providerId="AD" clId="Web-{C1A6C2BB-D3A7-4A52-CCCB-BA95D43FD924}" dt="2026-10-11T11:08:08.904" v="84"/>
          <ac:picMkLst>
            <pc:docMk/>
            <pc:sldMk cId="1913704472" sldId="299"/>
            <ac:picMk id="2" creationId="{B02CDE23-EC6D-EE4D-F838-7365C04AD0DC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09:29.279" v="85"/>
        <pc:sldMkLst>
          <pc:docMk/>
          <pc:sldMk cId="2993880544" sldId="300"/>
        </pc:sldMkLst>
        <pc:picChg chg="add mod">
          <ac:chgData name="Hanne-Guro Gellein Berg" userId="S::xanber@so-hf.no::94af04a4-a9b1-44b3-8593-ae152a96880e" providerId="AD" clId="Web-{C1A6C2BB-D3A7-4A52-CCCB-BA95D43FD924}" dt="2026-10-11T11:09:29.279" v="85"/>
          <ac:picMkLst>
            <pc:docMk/>
            <pc:sldMk cId="2993880544" sldId="300"/>
            <ac:picMk id="2" creationId="{8F494598-AA5D-8B2C-1428-F95D234863C3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0:01.623" v="86"/>
        <pc:sldMkLst>
          <pc:docMk/>
          <pc:sldMk cId="2593889349" sldId="301"/>
        </pc:sldMkLst>
        <pc:picChg chg="add mod">
          <ac:chgData name="Hanne-Guro Gellein Berg" userId="S::xanber@so-hf.no::94af04a4-a9b1-44b3-8593-ae152a96880e" providerId="AD" clId="Web-{C1A6C2BB-D3A7-4A52-CCCB-BA95D43FD924}" dt="2026-10-11T11:10:01.623" v="86"/>
          <ac:picMkLst>
            <pc:docMk/>
            <pc:sldMk cId="2593889349" sldId="301"/>
            <ac:picMk id="2" creationId="{CBA70FFB-20F3-C62D-B91F-6FFFDC2CCAE8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0:19.920" v="87"/>
        <pc:sldMkLst>
          <pc:docMk/>
          <pc:sldMk cId="758599946" sldId="302"/>
        </pc:sldMkLst>
        <pc:picChg chg="add mod">
          <ac:chgData name="Hanne-Guro Gellein Berg" userId="S::xanber@so-hf.no::94af04a4-a9b1-44b3-8593-ae152a96880e" providerId="AD" clId="Web-{C1A6C2BB-D3A7-4A52-CCCB-BA95D43FD924}" dt="2026-10-11T11:10:19.920" v="87"/>
          <ac:picMkLst>
            <pc:docMk/>
            <pc:sldMk cId="758599946" sldId="302"/>
            <ac:picMk id="2" creationId="{2DAD739F-6013-DDEE-E089-2F0664F2342A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0:43.857" v="94"/>
        <pc:sldMkLst>
          <pc:docMk/>
          <pc:sldMk cId="634256846" sldId="303"/>
        </pc:sldMkLst>
        <pc:picChg chg="add mod">
          <ac:chgData name="Hanne-Guro Gellein Berg" userId="S::xanber@so-hf.no::94af04a4-a9b1-44b3-8593-ae152a96880e" providerId="AD" clId="Web-{C1A6C2BB-D3A7-4A52-CCCB-BA95D43FD924}" dt="2026-10-11T11:10:43.857" v="94"/>
          <ac:picMkLst>
            <pc:docMk/>
            <pc:sldMk cId="634256846" sldId="303"/>
            <ac:picMk id="2" creationId="{472EDED4-2B07-13B9-861F-A1C5637E7D2F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0:59.748" v="95"/>
        <pc:sldMkLst>
          <pc:docMk/>
          <pc:sldMk cId="1692904948" sldId="304"/>
        </pc:sldMkLst>
        <pc:picChg chg="add mod">
          <ac:chgData name="Hanne-Guro Gellein Berg" userId="S::xanber@so-hf.no::94af04a4-a9b1-44b3-8593-ae152a96880e" providerId="AD" clId="Web-{C1A6C2BB-D3A7-4A52-CCCB-BA95D43FD924}" dt="2026-10-11T11:10:59.748" v="95"/>
          <ac:picMkLst>
            <pc:docMk/>
            <pc:sldMk cId="1692904948" sldId="304"/>
            <ac:picMk id="2" creationId="{15C9B245-621E-2278-E2F0-B3A8A0951900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1:12.451" v="96"/>
        <pc:sldMkLst>
          <pc:docMk/>
          <pc:sldMk cId="2266389669" sldId="305"/>
        </pc:sldMkLst>
        <pc:picChg chg="add mod">
          <ac:chgData name="Hanne-Guro Gellein Berg" userId="S::xanber@so-hf.no::94af04a4-a9b1-44b3-8593-ae152a96880e" providerId="AD" clId="Web-{C1A6C2BB-D3A7-4A52-CCCB-BA95D43FD924}" dt="2026-10-11T11:11:12.451" v="96"/>
          <ac:picMkLst>
            <pc:docMk/>
            <pc:sldMk cId="2266389669" sldId="305"/>
            <ac:picMk id="2" creationId="{FB2B38DC-C966-17F0-858E-92412B553273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1:25.295" v="97"/>
        <pc:sldMkLst>
          <pc:docMk/>
          <pc:sldMk cId="2970834123" sldId="306"/>
        </pc:sldMkLst>
        <pc:picChg chg="add mod">
          <ac:chgData name="Hanne-Guro Gellein Berg" userId="S::xanber@so-hf.no::94af04a4-a9b1-44b3-8593-ae152a96880e" providerId="AD" clId="Web-{C1A6C2BB-D3A7-4A52-CCCB-BA95D43FD924}" dt="2026-10-11T11:11:25.295" v="97"/>
          <ac:picMkLst>
            <pc:docMk/>
            <pc:sldMk cId="2970834123" sldId="306"/>
            <ac:picMk id="2" creationId="{20A4A344-D766-A818-A236-FCE7E70DA6EB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1:40.295" v="98"/>
        <pc:sldMkLst>
          <pc:docMk/>
          <pc:sldMk cId="2833593832" sldId="307"/>
        </pc:sldMkLst>
        <pc:picChg chg="add mod">
          <ac:chgData name="Hanne-Guro Gellein Berg" userId="S::xanber@so-hf.no::94af04a4-a9b1-44b3-8593-ae152a96880e" providerId="AD" clId="Web-{C1A6C2BB-D3A7-4A52-CCCB-BA95D43FD924}" dt="2026-10-11T11:11:40.295" v="98"/>
          <ac:picMkLst>
            <pc:docMk/>
            <pc:sldMk cId="2833593832" sldId="307"/>
            <ac:picMk id="2" creationId="{50217F29-B67F-C03F-EAA3-7DEDA78D28F2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2:01.092" v="99"/>
        <pc:sldMkLst>
          <pc:docMk/>
          <pc:sldMk cId="3856648916" sldId="308"/>
        </pc:sldMkLst>
        <pc:picChg chg="add mod">
          <ac:chgData name="Hanne-Guro Gellein Berg" userId="S::xanber@so-hf.no::94af04a4-a9b1-44b3-8593-ae152a96880e" providerId="AD" clId="Web-{C1A6C2BB-D3A7-4A52-CCCB-BA95D43FD924}" dt="2026-10-11T11:12:01.092" v="99"/>
          <ac:picMkLst>
            <pc:docMk/>
            <pc:sldMk cId="3856648916" sldId="308"/>
            <ac:picMk id="2" creationId="{62501C25-DAC7-411C-3994-9F2959A9C506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2:27.108" v="111"/>
        <pc:sldMkLst>
          <pc:docMk/>
          <pc:sldMk cId="2700703023" sldId="309"/>
        </pc:sldMkLst>
        <pc:picChg chg="add mod">
          <ac:chgData name="Hanne-Guro Gellein Berg" userId="S::xanber@so-hf.no::94af04a4-a9b1-44b3-8593-ae152a96880e" providerId="AD" clId="Web-{C1A6C2BB-D3A7-4A52-CCCB-BA95D43FD924}" dt="2026-10-11T11:12:27.108" v="111"/>
          <ac:picMkLst>
            <pc:docMk/>
            <pc:sldMk cId="2700703023" sldId="309"/>
            <ac:picMk id="2" creationId="{D857E429-552D-F697-883F-7FD02D81986D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2:50.264" v="112"/>
        <pc:sldMkLst>
          <pc:docMk/>
          <pc:sldMk cId="2963964256" sldId="310"/>
        </pc:sldMkLst>
        <pc:picChg chg="add mod">
          <ac:chgData name="Hanne-Guro Gellein Berg" userId="S::xanber@so-hf.no::94af04a4-a9b1-44b3-8593-ae152a96880e" providerId="AD" clId="Web-{C1A6C2BB-D3A7-4A52-CCCB-BA95D43FD924}" dt="2026-10-11T11:12:50.264" v="112"/>
          <ac:picMkLst>
            <pc:docMk/>
            <pc:sldMk cId="2963964256" sldId="310"/>
            <ac:picMk id="2" creationId="{DA074512-7296-DCA9-F258-9AB9E6F48C88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3:05.514" v="113"/>
        <pc:sldMkLst>
          <pc:docMk/>
          <pc:sldMk cId="1174280831" sldId="311"/>
        </pc:sldMkLst>
        <pc:picChg chg="add mod">
          <ac:chgData name="Hanne-Guro Gellein Berg" userId="S::xanber@so-hf.no::94af04a4-a9b1-44b3-8593-ae152a96880e" providerId="AD" clId="Web-{C1A6C2BB-D3A7-4A52-CCCB-BA95D43FD924}" dt="2026-10-11T11:13:05.514" v="113"/>
          <ac:picMkLst>
            <pc:docMk/>
            <pc:sldMk cId="1174280831" sldId="311"/>
            <ac:picMk id="2" creationId="{2EEB7A9A-1689-9313-C2A3-5E7AB975ABC9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3:18.998" v="114"/>
        <pc:sldMkLst>
          <pc:docMk/>
          <pc:sldMk cId="1198450158" sldId="312"/>
        </pc:sldMkLst>
        <pc:picChg chg="add mod">
          <ac:chgData name="Hanne-Guro Gellein Berg" userId="S::xanber@so-hf.no::94af04a4-a9b1-44b3-8593-ae152a96880e" providerId="AD" clId="Web-{C1A6C2BB-D3A7-4A52-CCCB-BA95D43FD924}" dt="2026-10-11T11:13:18.998" v="114"/>
          <ac:picMkLst>
            <pc:docMk/>
            <pc:sldMk cId="1198450158" sldId="312"/>
            <ac:picMk id="2" creationId="{B743869A-0BEC-F7A2-101D-57B67C992376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3:33.951" v="115"/>
        <pc:sldMkLst>
          <pc:docMk/>
          <pc:sldMk cId="663358808" sldId="313"/>
        </pc:sldMkLst>
        <pc:picChg chg="add mod">
          <ac:chgData name="Hanne-Guro Gellein Berg" userId="S::xanber@so-hf.no::94af04a4-a9b1-44b3-8593-ae152a96880e" providerId="AD" clId="Web-{C1A6C2BB-D3A7-4A52-CCCB-BA95D43FD924}" dt="2026-10-11T11:13:33.951" v="115"/>
          <ac:picMkLst>
            <pc:docMk/>
            <pc:sldMk cId="663358808" sldId="313"/>
            <ac:picMk id="2" creationId="{D425F702-EC04-35ED-ACD0-B634FD0C8517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3:47.764" v="116"/>
        <pc:sldMkLst>
          <pc:docMk/>
          <pc:sldMk cId="3518568929" sldId="314"/>
        </pc:sldMkLst>
        <pc:picChg chg="add mod">
          <ac:chgData name="Hanne-Guro Gellein Berg" userId="S::xanber@so-hf.no::94af04a4-a9b1-44b3-8593-ae152a96880e" providerId="AD" clId="Web-{C1A6C2BB-D3A7-4A52-CCCB-BA95D43FD924}" dt="2026-10-11T11:13:47.764" v="116"/>
          <ac:picMkLst>
            <pc:docMk/>
            <pc:sldMk cId="3518568929" sldId="314"/>
            <ac:picMk id="2" creationId="{637B2926-FBB8-AED3-7209-18BEEFFE1882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4:04.342" v="117"/>
        <pc:sldMkLst>
          <pc:docMk/>
          <pc:sldMk cId="2454654037" sldId="315"/>
        </pc:sldMkLst>
        <pc:picChg chg="add mod">
          <ac:chgData name="Hanne-Guro Gellein Berg" userId="S::xanber@so-hf.no::94af04a4-a9b1-44b3-8593-ae152a96880e" providerId="AD" clId="Web-{C1A6C2BB-D3A7-4A52-CCCB-BA95D43FD924}" dt="2026-10-11T11:14:04.342" v="117"/>
          <ac:picMkLst>
            <pc:docMk/>
            <pc:sldMk cId="2454654037" sldId="315"/>
            <ac:picMk id="2" creationId="{EEA68D8B-ABD1-9948-6D0C-D2860CCC7ECB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4:25.514" v="118"/>
        <pc:sldMkLst>
          <pc:docMk/>
          <pc:sldMk cId="594779032" sldId="316"/>
        </pc:sldMkLst>
        <pc:picChg chg="add mod">
          <ac:chgData name="Hanne-Guro Gellein Berg" userId="S::xanber@so-hf.no::94af04a4-a9b1-44b3-8593-ae152a96880e" providerId="AD" clId="Web-{C1A6C2BB-D3A7-4A52-CCCB-BA95D43FD924}" dt="2026-10-11T11:14:25.514" v="118"/>
          <ac:picMkLst>
            <pc:docMk/>
            <pc:sldMk cId="594779032" sldId="316"/>
            <ac:picMk id="2" creationId="{B05CF8C9-1C4F-D2C5-F644-9AFEC2295154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4:39.108" v="119"/>
        <pc:sldMkLst>
          <pc:docMk/>
          <pc:sldMk cId="1495354782" sldId="317"/>
        </pc:sldMkLst>
        <pc:picChg chg="add mod">
          <ac:chgData name="Hanne-Guro Gellein Berg" userId="S::xanber@so-hf.no::94af04a4-a9b1-44b3-8593-ae152a96880e" providerId="AD" clId="Web-{C1A6C2BB-D3A7-4A52-CCCB-BA95D43FD924}" dt="2026-10-11T11:14:39.108" v="119"/>
          <ac:picMkLst>
            <pc:docMk/>
            <pc:sldMk cId="1495354782" sldId="317"/>
            <ac:picMk id="2" creationId="{613D3387-9082-4273-0C73-474F1CF36EE8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4:53.436" v="120"/>
        <pc:sldMkLst>
          <pc:docMk/>
          <pc:sldMk cId="4166279134" sldId="318"/>
        </pc:sldMkLst>
        <pc:picChg chg="add mod">
          <ac:chgData name="Hanne-Guro Gellein Berg" userId="S::xanber@so-hf.no::94af04a4-a9b1-44b3-8593-ae152a96880e" providerId="AD" clId="Web-{C1A6C2BB-D3A7-4A52-CCCB-BA95D43FD924}" dt="2026-10-11T11:14:53.436" v="120"/>
          <ac:picMkLst>
            <pc:docMk/>
            <pc:sldMk cId="4166279134" sldId="318"/>
            <ac:picMk id="2" creationId="{1DB781AD-D45B-AD99-7465-222251CCF4B6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5:07.029" v="121"/>
        <pc:sldMkLst>
          <pc:docMk/>
          <pc:sldMk cId="2127230342" sldId="319"/>
        </pc:sldMkLst>
        <pc:picChg chg="add mod">
          <ac:chgData name="Hanne-Guro Gellein Berg" userId="S::xanber@so-hf.no::94af04a4-a9b1-44b3-8593-ae152a96880e" providerId="AD" clId="Web-{C1A6C2BB-D3A7-4A52-CCCB-BA95D43FD924}" dt="2026-10-11T11:15:07.029" v="121"/>
          <ac:picMkLst>
            <pc:docMk/>
            <pc:sldMk cId="2127230342" sldId="319"/>
            <ac:picMk id="2" creationId="{2847A74C-1131-4441-DA3E-8FCBD1243351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5:35.873" v="126"/>
        <pc:sldMkLst>
          <pc:docMk/>
          <pc:sldMk cId="3583311113" sldId="320"/>
        </pc:sldMkLst>
        <pc:picChg chg="add mod">
          <ac:chgData name="Hanne-Guro Gellein Berg" userId="S::xanber@so-hf.no::94af04a4-a9b1-44b3-8593-ae152a96880e" providerId="AD" clId="Web-{C1A6C2BB-D3A7-4A52-CCCB-BA95D43FD924}" dt="2026-10-11T11:15:35.873" v="126"/>
          <ac:picMkLst>
            <pc:docMk/>
            <pc:sldMk cId="3583311113" sldId="320"/>
            <ac:picMk id="2" creationId="{8B04F41E-BF10-6F30-7357-5C54D05661E2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5:50.373" v="127"/>
        <pc:sldMkLst>
          <pc:docMk/>
          <pc:sldMk cId="1917304081" sldId="321"/>
        </pc:sldMkLst>
        <pc:picChg chg="add mod">
          <ac:chgData name="Hanne-Guro Gellein Berg" userId="S::xanber@so-hf.no::94af04a4-a9b1-44b3-8593-ae152a96880e" providerId="AD" clId="Web-{C1A6C2BB-D3A7-4A52-CCCB-BA95D43FD924}" dt="2026-10-11T11:15:50.373" v="127"/>
          <ac:picMkLst>
            <pc:docMk/>
            <pc:sldMk cId="1917304081" sldId="321"/>
            <ac:picMk id="2" creationId="{C9746404-6D38-86EB-4B9F-79F51B78D737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6:37.139" v="128"/>
        <pc:sldMkLst>
          <pc:docMk/>
          <pc:sldMk cId="1826955557" sldId="322"/>
        </pc:sldMkLst>
        <pc:picChg chg="add mod">
          <ac:chgData name="Hanne-Guro Gellein Berg" userId="S::xanber@so-hf.no::94af04a4-a9b1-44b3-8593-ae152a96880e" providerId="AD" clId="Web-{C1A6C2BB-D3A7-4A52-CCCB-BA95D43FD924}" dt="2026-10-11T11:16:37.139" v="128"/>
          <ac:picMkLst>
            <pc:docMk/>
            <pc:sldMk cId="1826955557" sldId="322"/>
            <ac:picMk id="2" creationId="{AB706C5D-F987-D527-1968-A40D0F01D993}"/>
          </ac:picMkLst>
        </pc:picChg>
      </pc:sldChg>
      <pc:sldChg chg="addSp modSp new">
        <pc:chgData name="Hanne-Guro Gellein Berg" userId="S::xanber@so-hf.no::94af04a4-a9b1-44b3-8593-ae152a96880e" providerId="AD" clId="Web-{C1A6C2BB-D3A7-4A52-CCCB-BA95D43FD924}" dt="2026-10-11T11:17:16.780" v="130" actId="14100"/>
        <pc:sldMkLst>
          <pc:docMk/>
          <pc:sldMk cId="2547462254" sldId="323"/>
        </pc:sldMkLst>
        <pc:picChg chg="add mod">
          <ac:chgData name="Hanne-Guro Gellein Berg" userId="S::xanber@so-hf.no::94af04a4-a9b1-44b3-8593-ae152a96880e" providerId="AD" clId="Web-{C1A6C2BB-D3A7-4A52-CCCB-BA95D43FD924}" dt="2026-10-11T11:17:16.780" v="130" actId="14100"/>
          <ac:picMkLst>
            <pc:docMk/>
            <pc:sldMk cId="2547462254" sldId="323"/>
            <ac:picMk id="2" creationId="{C7778527-213F-89F4-2891-0AE5F1ECF729}"/>
          </ac:picMkLst>
        </pc:picChg>
      </pc:sldChg>
      <pc:sldChg chg="modSp new">
        <pc:chgData name="Hanne-Guro Gellein Berg" userId="S::xanber@so-hf.no::94af04a4-a9b1-44b3-8593-ae152a96880e" providerId="AD" clId="Web-{C1A6C2BB-D3A7-4A52-CCCB-BA95D43FD924}" dt="2026-10-11T11:18:03.639" v="151" actId="20577"/>
        <pc:sldMkLst>
          <pc:docMk/>
          <pc:sldMk cId="591072100" sldId="325"/>
        </pc:sldMkLst>
        <pc:spChg chg="mod">
          <ac:chgData name="Hanne-Guro Gellein Berg" userId="S::xanber@so-hf.no::94af04a4-a9b1-44b3-8593-ae152a96880e" providerId="AD" clId="Web-{C1A6C2BB-D3A7-4A52-CCCB-BA95D43FD924}" dt="2026-10-11T11:18:03.639" v="151" actId="20577"/>
          <ac:spMkLst>
            <pc:docMk/>
            <pc:sldMk cId="591072100" sldId="325"/>
            <ac:spMk id="3" creationId="{CDDBAD8E-7479-5923-3EA0-F80129B0A3EC}"/>
          </ac:spMkLst>
        </pc:spChg>
      </pc:sldChg>
    </pc:docChg>
  </pc:docChgLst>
  <pc:docChgLst>
    <pc:chgData name="Saxe Dingstad" userId="S::saxdin@so-hf.no::13ecbb22-7887-4c25-92dc-4cfc59f0e0d5" providerId="AD" clId="Web-{A9560605-A23E-1B16-D7FA-2ABD1AA9134A}"/>
    <pc:docChg chg="modSld">
      <pc:chgData name="Saxe Dingstad" userId="S::saxdin@so-hf.no::13ecbb22-7887-4c25-92dc-4cfc59f0e0d5" providerId="AD" clId="Web-{A9560605-A23E-1B16-D7FA-2ABD1AA9134A}" dt="2026-10-08T05:39:48.139" v="20" actId="20577"/>
      <pc:docMkLst>
        <pc:docMk/>
      </pc:docMkLst>
      <pc:sldChg chg="modSp">
        <pc:chgData name="Saxe Dingstad" userId="S::saxdin@so-hf.no::13ecbb22-7887-4c25-92dc-4cfc59f0e0d5" providerId="AD" clId="Web-{A9560605-A23E-1B16-D7FA-2ABD1AA9134A}" dt="2026-10-08T05:39:48.139" v="20" actId="20577"/>
        <pc:sldMkLst>
          <pc:docMk/>
          <pc:sldMk cId="3195922009" sldId="257"/>
        </pc:sldMkLst>
        <pc:spChg chg="mod">
          <ac:chgData name="Saxe Dingstad" userId="S::saxdin@so-hf.no::13ecbb22-7887-4c25-92dc-4cfc59f0e0d5" providerId="AD" clId="Web-{A9560605-A23E-1B16-D7FA-2ABD1AA9134A}" dt="2026-10-08T05:39:48.139" v="20" actId="20577"/>
          <ac:spMkLst>
            <pc:docMk/>
            <pc:sldMk cId="3195922009" sldId="257"/>
            <ac:spMk id="3" creationId="{3DF62F4F-2AC7-60F8-B3E9-64A98681E956}"/>
          </ac:spMkLst>
        </pc:spChg>
      </pc:sldChg>
    </pc:docChg>
  </pc:docChgLst>
  <pc:docChgLst>
    <pc:chgData name="Hanne-Guro Gellein Berg" userId="S::xanber@so-hf.no::94af04a4-a9b1-44b3-8593-ae152a96880e" providerId="AD" clId="Web-{3B45CB50-1ACD-DAB2-B885-0442C43D7FDE}"/>
    <pc:docChg chg="addSld delSld modSld">
      <pc:chgData name="Hanne-Guro Gellein Berg" userId="S::xanber@so-hf.no::94af04a4-a9b1-44b3-8593-ae152a96880e" providerId="AD" clId="Web-{3B45CB50-1ACD-DAB2-B885-0442C43D7FDE}" dt="2026-10-12T10:51:52.474" v="486"/>
      <pc:docMkLst>
        <pc:docMk/>
      </pc:docMkLst>
      <pc:sldChg chg="addSp modSp">
        <pc:chgData name="Hanne-Guro Gellein Berg" userId="S::xanber@so-hf.no::94af04a4-a9b1-44b3-8593-ae152a96880e" providerId="AD" clId="Web-{3B45CB50-1ACD-DAB2-B885-0442C43D7FDE}" dt="2026-10-12T10:34:02.624" v="251" actId="20577"/>
        <pc:sldMkLst>
          <pc:docMk/>
          <pc:sldMk cId="127225585" sldId="259"/>
        </pc:sldMkLst>
        <pc:spChg chg="add mod">
          <ac:chgData name="Hanne-Guro Gellein Berg" userId="S::xanber@so-hf.no::94af04a4-a9b1-44b3-8593-ae152a96880e" providerId="AD" clId="Web-{3B45CB50-1ACD-DAB2-B885-0442C43D7FDE}" dt="2026-10-12T10:34:02.624" v="251" actId="20577"/>
          <ac:spMkLst>
            <pc:docMk/>
            <pc:sldMk cId="127225585" sldId="259"/>
            <ac:spMk id="2" creationId="{332E2B68-FC12-B5D0-F471-DE5DA70931D3}"/>
          </ac:spMkLst>
        </pc:spChg>
      </pc:sldChg>
      <pc:sldChg chg="addSp modSp">
        <pc:chgData name="Hanne-Guro Gellein Berg" userId="S::xanber@so-hf.no::94af04a4-a9b1-44b3-8593-ae152a96880e" providerId="AD" clId="Web-{3B45CB50-1ACD-DAB2-B885-0442C43D7FDE}" dt="2026-10-12T10:36:04.093" v="308" actId="20577"/>
        <pc:sldMkLst>
          <pc:docMk/>
          <pc:sldMk cId="3014137390" sldId="260"/>
        </pc:sldMkLst>
        <pc:spChg chg="add mod">
          <ac:chgData name="Hanne-Guro Gellein Berg" userId="S::xanber@so-hf.no::94af04a4-a9b1-44b3-8593-ae152a96880e" providerId="AD" clId="Web-{3B45CB50-1ACD-DAB2-B885-0442C43D7FDE}" dt="2026-10-12T10:36:04.093" v="308" actId="20577"/>
          <ac:spMkLst>
            <pc:docMk/>
            <pc:sldMk cId="3014137390" sldId="260"/>
            <ac:spMk id="3" creationId="{809F80ED-5F56-AD6A-C0A0-FAA56A7B1834}"/>
          </ac:spMkLst>
        </pc:spChg>
        <pc:picChg chg="mod">
          <ac:chgData name="Hanne-Guro Gellein Berg" userId="S::xanber@so-hf.no::94af04a4-a9b1-44b3-8593-ae152a96880e" providerId="AD" clId="Web-{3B45CB50-1ACD-DAB2-B885-0442C43D7FDE}" dt="2026-10-12T10:29:55.215" v="0" actId="14100"/>
          <ac:picMkLst>
            <pc:docMk/>
            <pc:sldMk cId="3014137390" sldId="260"/>
            <ac:picMk id="2" creationId="{255F2170-9B41-544D-DE28-5D67572844A5}"/>
          </ac:picMkLst>
        </pc:picChg>
      </pc:sldChg>
      <pc:sldChg chg="addSp delSp modSp">
        <pc:chgData name="Hanne-Guro Gellein Berg" userId="S::xanber@so-hf.no::94af04a4-a9b1-44b3-8593-ae152a96880e" providerId="AD" clId="Web-{3B45CB50-1ACD-DAB2-B885-0442C43D7FDE}" dt="2026-10-12T10:37:09.953" v="331" actId="20577"/>
        <pc:sldMkLst>
          <pc:docMk/>
          <pc:sldMk cId="3799317786" sldId="261"/>
        </pc:sldMkLst>
        <pc:spChg chg="add">
          <ac:chgData name="Hanne-Guro Gellein Berg" userId="S::xanber@so-hf.no::94af04a4-a9b1-44b3-8593-ae152a96880e" providerId="AD" clId="Web-{3B45CB50-1ACD-DAB2-B885-0442C43D7FDE}" dt="2026-10-12T10:31:49.716" v="136"/>
          <ac:spMkLst>
            <pc:docMk/>
            <pc:sldMk cId="3799317786" sldId="261"/>
            <ac:spMk id="3" creationId="{CFC75D40-08B6-C308-643E-3CF262E35A23}"/>
          </ac:spMkLst>
        </pc:spChg>
        <pc:spChg chg="add mod">
          <ac:chgData name="Hanne-Guro Gellein Berg" userId="S::xanber@so-hf.no::94af04a4-a9b1-44b3-8593-ae152a96880e" providerId="AD" clId="Web-{3B45CB50-1ACD-DAB2-B885-0442C43D7FDE}" dt="2026-10-12T10:37:09.953" v="331" actId="20577"/>
          <ac:spMkLst>
            <pc:docMk/>
            <pc:sldMk cId="3799317786" sldId="261"/>
            <ac:spMk id="6" creationId="{AFA7A8B3-7A77-5789-39E1-8EBF6A4DFC7A}"/>
          </ac:spMkLst>
        </pc:spChg>
        <pc:picChg chg="mod">
          <ac:chgData name="Hanne-Guro Gellein Berg" userId="S::xanber@so-hf.no::94af04a4-a9b1-44b3-8593-ae152a96880e" providerId="AD" clId="Web-{3B45CB50-1ACD-DAB2-B885-0442C43D7FDE}" dt="2026-10-12T10:31:43.794" v="135" actId="14100"/>
          <ac:picMkLst>
            <pc:docMk/>
            <pc:sldMk cId="3799317786" sldId="261"/>
            <ac:picMk id="2" creationId="{08194739-9983-D784-FC05-1B858A230512}"/>
          </ac:picMkLst>
        </pc:picChg>
      </pc:sldChg>
      <pc:sldChg chg="modSp">
        <pc:chgData name="Hanne-Guro Gellein Berg" userId="S::xanber@so-hf.no::94af04a4-a9b1-44b3-8593-ae152a96880e" providerId="AD" clId="Web-{3B45CB50-1ACD-DAB2-B885-0442C43D7FDE}" dt="2026-10-12T10:51:12.630" v="483" actId="14100"/>
        <pc:sldMkLst>
          <pc:docMk/>
          <pc:sldMk cId="2596485708" sldId="263"/>
        </pc:sldMkLst>
        <pc:picChg chg="mod">
          <ac:chgData name="Hanne-Guro Gellein Berg" userId="S::xanber@so-hf.no::94af04a4-a9b1-44b3-8593-ae152a96880e" providerId="AD" clId="Web-{3B45CB50-1ACD-DAB2-B885-0442C43D7FDE}" dt="2026-10-12T10:51:12.630" v="483" actId="14100"/>
          <ac:picMkLst>
            <pc:docMk/>
            <pc:sldMk cId="2596485708" sldId="263"/>
            <ac:picMk id="2" creationId="{931BD4E1-D457-2FA2-97A7-24C03314E87B}"/>
          </ac:picMkLst>
        </pc:picChg>
      </pc:sldChg>
      <pc:sldChg chg="addSp modSp">
        <pc:chgData name="Hanne-Guro Gellein Berg" userId="S::xanber@so-hf.no::94af04a4-a9b1-44b3-8593-ae152a96880e" providerId="AD" clId="Web-{3B45CB50-1ACD-DAB2-B885-0442C43D7FDE}" dt="2026-10-12T10:41:24.642" v="367" actId="20577"/>
        <pc:sldMkLst>
          <pc:docMk/>
          <pc:sldMk cId="1321867085" sldId="286"/>
        </pc:sldMkLst>
        <pc:spChg chg="add mod">
          <ac:chgData name="Hanne-Guro Gellein Berg" userId="S::xanber@so-hf.no::94af04a4-a9b1-44b3-8593-ae152a96880e" providerId="AD" clId="Web-{3B45CB50-1ACD-DAB2-B885-0442C43D7FDE}" dt="2026-10-12T10:41:24.642" v="367" actId="20577"/>
          <ac:spMkLst>
            <pc:docMk/>
            <pc:sldMk cId="1321867085" sldId="286"/>
            <ac:spMk id="3" creationId="{38529FD6-B90F-D109-DFE3-AA55DFB3BD3F}"/>
          </ac:spMkLst>
        </pc:spChg>
        <pc:picChg chg="mod">
          <ac:chgData name="Hanne-Guro Gellein Berg" userId="S::xanber@so-hf.no::94af04a4-a9b1-44b3-8593-ae152a96880e" providerId="AD" clId="Web-{3B45CB50-1ACD-DAB2-B885-0442C43D7FDE}" dt="2026-10-12T10:41:06.876" v="332" actId="14100"/>
          <ac:picMkLst>
            <pc:docMk/>
            <pc:sldMk cId="1321867085" sldId="286"/>
            <ac:picMk id="2" creationId="{B22910B3-6411-E2B3-9FAD-A75999468E33}"/>
          </ac:picMkLst>
        </pc:picChg>
      </pc:sldChg>
      <pc:sldChg chg="addSp modSp">
        <pc:chgData name="Hanne-Guro Gellein Berg" userId="S::xanber@so-hf.no::94af04a4-a9b1-44b3-8593-ae152a96880e" providerId="AD" clId="Web-{3B45CB50-1ACD-DAB2-B885-0442C43D7FDE}" dt="2026-10-12T10:42:18.939" v="416" actId="20577"/>
        <pc:sldMkLst>
          <pc:docMk/>
          <pc:sldMk cId="603726678" sldId="287"/>
        </pc:sldMkLst>
        <pc:spChg chg="add mod">
          <ac:chgData name="Hanne-Guro Gellein Berg" userId="S::xanber@so-hf.no::94af04a4-a9b1-44b3-8593-ae152a96880e" providerId="AD" clId="Web-{3B45CB50-1ACD-DAB2-B885-0442C43D7FDE}" dt="2026-10-12T10:42:18.939" v="416" actId="20577"/>
          <ac:spMkLst>
            <pc:docMk/>
            <pc:sldMk cId="603726678" sldId="287"/>
            <ac:spMk id="3" creationId="{46FFD982-1B81-61CA-8216-5FF1F0CDF969}"/>
          </ac:spMkLst>
        </pc:spChg>
        <pc:picChg chg="mod">
          <ac:chgData name="Hanne-Guro Gellein Berg" userId="S::xanber@so-hf.no::94af04a4-a9b1-44b3-8593-ae152a96880e" providerId="AD" clId="Web-{3B45CB50-1ACD-DAB2-B885-0442C43D7FDE}" dt="2026-10-12T10:41:45.595" v="368" actId="14100"/>
          <ac:picMkLst>
            <pc:docMk/>
            <pc:sldMk cId="603726678" sldId="287"/>
            <ac:picMk id="2" creationId="{708FDBD6-B7A0-0AE4-4A09-B5D52F68650B}"/>
          </ac:picMkLst>
        </pc:picChg>
      </pc:sldChg>
      <pc:sldChg chg="addSp modSp">
        <pc:chgData name="Hanne-Guro Gellein Berg" userId="S::xanber@so-hf.no::94af04a4-a9b1-44b3-8593-ae152a96880e" providerId="AD" clId="Web-{3B45CB50-1ACD-DAB2-B885-0442C43D7FDE}" dt="2026-10-12T10:43:14.299" v="482" actId="20577"/>
        <pc:sldMkLst>
          <pc:docMk/>
          <pc:sldMk cId="2039747875" sldId="289"/>
        </pc:sldMkLst>
        <pc:spChg chg="add mod">
          <ac:chgData name="Hanne-Guro Gellein Berg" userId="S::xanber@so-hf.no::94af04a4-a9b1-44b3-8593-ae152a96880e" providerId="AD" clId="Web-{3B45CB50-1ACD-DAB2-B885-0442C43D7FDE}" dt="2026-10-12T10:43:14.299" v="482" actId="20577"/>
          <ac:spMkLst>
            <pc:docMk/>
            <pc:sldMk cId="2039747875" sldId="289"/>
            <ac:spMk id="3" creationId="{90A57232-5587-1C96-2D6D-43B66B95CA3B}"/>
          </ac:spMkLst>
        </pc:spChg>
        <pc:picChg chg="mod">
          <ac:chgData name="Hanne-Guro Gellein Berg" userId="S::xanber@so-hf.no::94af04a4-a9b1-44b3-8593-ae152a96880e" providerId="AD" clId="Web-{3B45CB50-1ACD-DAB2-B885-0442C43D7FDE}" dt="2026-10-12T10:42:39.064" v="417" actId="14100"/>
          <ac:picMkLst>
            <pc:docMk/>
            <pc:sldMk cId="2039747875" sldId="289"/>
            <ac:picMk id="2" creationId="{E48C4DB3-CC81-B282-876F-01824558F9C6}"/>
          </ac:picMkLst>
        </pc:picChg>
      </pc:sldChg>
    </pc:docChg>
  </pc:docChgLst>
  <pc:docChgLst>
    <pc:chgData name="Saxe Dingstad" userId="S::saxdin@so-hf.no::13ecbb22-7887-4c25-92dc-4cfc59f0e0d5" providerId="AD" clId="Web-{6AE84CD0-2404-55D8-8384-8E0BF6C3D078}"/>
    <pc:docChg chg="addSld delSld modSld">
      <pc:chgData name="Saxe Dingstad" userId="S::saxdin@so-hf.no::13ecbb22-7887-4c25-92dc-4cfc59f0e0d5" providerId="AD" clId="Web-{6AE84CD0-2404-55D8-8384-8E0BF6C3D078}" dt="2026-10-12T12:02:19.068" v="435" actId="20577"/>
      <pc:docMkLst>
        <pc:docMk/>
      </pc:docMkLst>
      <pc:sldChg chg="modSp">
        <pc:chgData name="Saxe Dingstad" userId="S::saxdin@so-hf.no::13ecbb22-7887-4c25-92dc-4cfc59f0e0d5" providerId="AD" clId="Web-{6AE84CD0-2404-55D8-8384-8E0BF6C3D078}" dt="2026-10-12T11:30:00.300" v="286" actId="20577"/>
        <pc:sldMkLst>
          <pc:docMk/>
          <pc:sldMk cId="127225585" sldId="259"/>
        </pc:sldMkLst>
        <pc:spChg chg="mod">
          <ac:chgData name="Saxe Dingstad" userId="S::saxdin@so-hf.no::13ecbb22-7887-4c25-92dc-4cfc59f0e0d5" providerId="AD" clId="Web-{6AE84CD0-2404-55D8-8384-8E0BF6C3D078}" dt="2026-10-12T11:30:00.300" v="286" actId="20577"/>
          <ac:spMkLst>
            <pc:docMk/>
            <pc:sldMk cId="127225585" sldId="259"/>
            <ac:spMk id="2" creationId="{332E2B68-FC12-B5D0-F471-DE5DA70931D3}"/>
          </ac:spMkLst>
        </pc:spChg>
      </pc:sldChg>
      <pc:sldChg chg="addSp modSp">
        <pc:chgData name="Saxe Dingstad" userId="S::saxdin@so-hf.no::13ecbb22-7887-4c25-92dc-4cfc59f0e0d5" providerId="AD" clId="Web-{6AE84CD0-2404-55D8-8384-8E0BF6C3D078}" dt="2026-10-12T11:30:48.316" v="294" actId="20577"/>
        <pc:sldMkLst>
          <pc:docMk/>
          <pc:sldMk cId="3014137390" sldId="260"/>
        </pc:sldMkLst>
        <pc:spChg chg="mod">
          <ac:chgData name="Saxe Dingstad" userId="S::saxdin@so-hf.no::13ecbb22-7887-4c25-92dc-4cfc59f0e0d5" providerId="AD" clId="Web-{6AE84CD0-2404-55D8-8384-8E0BF6C3D078}" dt="2026-10-12T11:30:48.316" v="294" actId="20577"/>
          <ac:spMkLst>
            <pc:docMk/>
            <pc:sldMk cId="3014137390" sldId="260"/>
            <ac:spMk id="3" creationId="{809F80ED-5F56-AD6A-C0A0-FAA56A7B1834}"/>
          </ac:spMkLst>
        </pc:spChg>
        <pc:spChg chg="add mod">
          <ac:chgData name="Saxe Dingstad" userId="S::saxdin@so-hf.no::13ecbb22-7887-4c25-92dc-4cfc59f0e0d5" providerId="AD" clId="Web-{6AE84CD0-2404-55D8-8384-8E0BF6C3D078}" dt="2026-10-12T10:38:52.320" v="204" actId="1076"/>
          <ac:spMkLst>
            <pc:docMk/>
            <pc:sldMk cId="3014137390" sldId="260"/>
            <ac:spMk id="4" creationId="{E3737A08-B94E-A2B5-78E2-979D4D76F1BD}"/>
          </ac:spMkLst>
        </pc:spChg>
        <pc:spChg chg="add mod">
          <ac:chgData name="Saxe Dingstad" userId="S::saxdin@so-hf.no::13ecbb22-7887-4c25-92dc-4cfc59f0e0d5" providerId="AD" clId="Web-{6AE84CD0-2404-55D8-8384-8E0BF6C3D078}" dt="2026-10-12T10:38:38.992" v="203" actId="1076"/>
          <ac:spMkLst>
            <pc:docMk/>
            <pc:sldMk cId="3014137390" sldId="260"/>
            <ac:spMk id="5" creationId="{7B5E6CEC-7AF6-3D4F-3AC7-0F267EDA5899}"/>
          </ac:spMkLst>
        </pc:spChg>
      </pc:sldChg>
      <pc:sldChg chg="modSp">
        <pc:chgData name="Saxe Dingstad" userId="S::saxdin@so-hf.no::13ecbb22-7887-4c25-92dc-4cfc59f0e0d5" providerId="AD" clId="Web-{6AE84CD0-2404-55D8-8384-8E0BF6C3D078}" dt="2026-10-12T11:56:30.271" v="410" actId="20577"/>
        <pc:sldMkLst>
          <pc:docMk/>
          <pc:sldMk cId="3799317786" sldId="261"/>
        </pc:sldMkLst>
        <pc:spChg chg="mod">
          <ac:chgData name="Saxe Dingstad" userId="S::saxdin@so-hf.no::13ecbb22-7887-4c25-92dc-4cfc59f0e0d5" providerId="AD" clId="Web-{6AE84CD0-2404-55D8-8384-8E0BF6C3D078}" dt="2026-10-12T11:56:30.271" v="410" actId="20577"/>
          <ac:spMkLst>
            <pc:docMk/>
            <pc:sldMk cId="3799317786" sldId="261"/>
            <ac:spMk id="6" creationId="{AFA7A8B3-7A77-5789-39E1-8EBF6A4DFC7A}"/>
          </ac:spMkLst>
        </pc:spChg>
      </pc:sldChg>
      <pc:sldChg chg="modSp">
        <pc:chgData name="Saxe Dingstad" userId="S::saxdin@so-hf.no::13ecbb22-7887-4c25-92dc-4cfc59f0e0d5" providerId="AD" clId="Web-{6AE84CD0-2404-55D8-8384-8E0BF6C3D078}" dt="2026-10-12T10:54:44.644" v="283" actId="20577"/>
        <pc:sldMkLst>
          <pc:docMk/>
          <pc:sldMk cId="2596485708" sldId="263"/>
        </pc:sldMkLst>
      </pc:sldChg>
      <pc:sldChg chg="modSp">
        <pc:chgData name="Saxe Dingstad" userId="S::saxdin@so-hf.no::13ecbb22-7887-4c25-92dc-4cfc59f0e0d5" providerId="AD" clId="Web-{6AE84CD0-2404-55D8-8384-8E0BF6C3D078}" dt="2026-10-12T11:56:36.614" v="411" actId="1076"/>
        <pc:sldMkLst>
          <pc:docMk/>
          <pc:sldMk cId="3938962614" sldId="264"/>
        </pc:sldMkLst>
        <pc:spChg chg="mod">
          <ac:chgData name="Saxe Dingstad" userId="S::saxdin@so-hf.no::13ecbb22-7887-4c25-92dc-4cfc59f0e0d5" providerId="AD" clId="Web-{6AE84CD0-2404-55D8-8384-8E0BF6C3D078}" dt="2026-10-12T11:56:36.614" v="411" actId="1076"/>
          <ac:spMkLst>
            <pc:docMk/>
            <pc:sldMk cId="3938962614" sldId="264"/>
            <ac:spMk id="3" creationId="{09210753-6D20-0C22-8FBD-28B618A760BF}"/>
          </ac:spMkLst>
        </pc:spChg>
      </pc:sldChg>
      <pc:sldChg chg="modSp">
        <pc:chgData name="Saxe Dingstad" userId="S::saxdin@so-hf.no::13ecbb22-7887-4c25-92dc-4cfc59f0e0d5" providerId="AD" clId="Web-{6AE84CD0-2404-55D8-8384-8E0BF6C3D078}" dt="2026-10-12T11:57:02.943" v="418" actId="20577"/>
        <pc:sldMkLst>
          <pc:docMk/>
          <pc:sldMk cId="4278881433" sldId="272"/>
        </pc:sldMkLst>
        <pc:spChg chg="mod">
          <ac:chgData name="Saxe Dingstad" userId="S::saxdin@so-hf.no::13ecbb22-7887-4c25-92dc-4cfc59f0e0d5" providerId="AD" clId="Web-{6AE84CD0-2404-55D8-8384-8E0BF6C3D078}" dt="2026-10-12T11:57:02.943" v="418" actId="20577"/>
          <ac:spMkLst>
            <pc:docMk/>
            <pc:sldMk cId="4278881433" sldId="272"/>
            <ac:spMk id="4" creationId="{E7BFC2BC-9B05-B335-35CD-32F092A55EB6}"/>
          </ac:spMkLst>
        </pc:spChg>
      </pc:sldChg>
      <pc:sldChg chg="modSp">
        <pc:chgData name="Saxe Dingstad" userId="S::saxdin@so-hf.no::13ecbb22-7887-4c25-92dc-4cfc59f0e0d5" providerId="AD" clId="Web-{6AE84CD0-2404-55D8-8384-8E0BF6C3D078}" dt="2026-10-12T10:44:03.965" v="226" actId="20577"/>
        <pc:sldMkLst>
          <pc:docMk/>
          <pc:sldMk cId="603726678" sldId="287"/>
        </pc:sldMkLst>
        <pc:spChg chg="mod">
          <ac:chgData name="Saxe Dingstad" userId="S::saxdin@so-hf.no::13ecbb22-7887-4c25-92dc-4cfc59f0e0d5" providerId="AD" clId="Web-{6AE84CD0-2404-55D8-8384-8E0BF6C3D078}" dt="2026-10-12T10:44:03.965" v="226" actId="20577"/>
          <ac:spMkLst>
            <pc:docMk/>
            <pc:sldMk cId="603726678" sldId="287"/>
            <ac:spMk id="3" creationId="{46FFD982-1B81-61CA-8216-5FF1F0CDF969}"/>
          </ac:spMkLst>
        </pc:spChg>
      </pc:sldChg>
      <pc:sldChg chg="addSp modSp">
        <pc:chgData name="Saxe Dingstad" userId="S::saxdin@so-hf.no::13ecbb22-7887-4c25-92dc-4cfc59f0e0d5" providerId="AD" clId="Web-{6AE84CD0-2404-55D8-8384-8E0BF6C3D078}" dt="2026-10-12T10:44:27.605" v="236" actId="20577"/>
        <pc:sldMkLst>
          <pc:docMk/>
          <pc:sldMk cId="806029206" sldId="288"/>
        </pc:sldMkLst>
        <pc:spChg chg="add mod">
          <ac:chgData name="Saxe Dingstad" userId="S::saxdin@so-hf.no::13ecbb22-7887-4c25-92dc-4cfc59f0e0d5" providerId="AD" clId="Web-{6AE84CD0-2404-55D8-8384-8E0BF6C3D078}" dt="2026-10-12T10:44:27.605" v="236" actId="20577"/>
          <ac:spMkLst>
            <pc:docMk/>
            <pc:sldMk cId="806029206" sldId="288"/>
            <ac:spMk id="3" creationId="{A28AFE78-8AB8-B266-6A27-0273BC554EFB}"/>
          </ac:spMkLst>
        </pc:spChg>
        <pc:picChg chg="mod">
          <ac:chgData name="Saxe Dingstad" userId="S::saxdin@so-hf.no::13ecbb22-7887-4c25-92dc-4cfc59f0e0d5" providerId="AD" clId="Web-{6AE84CD0-2404-55D8-8384-8E0BF6C3D078}" dt="2026-10-12T10:44:12.777" v="227" actId="14100"/>
          <ac:picMkLst>
            <pc:docMk/>
            <pc:sldMk cId="806029206" sldId="288"/>
            <ac:picMk id="2" creationId="{622882C6-B749-B6D5-A99E-88DB296F6C3B}"/>
          </ac:picMkLst>
        </pc:picChg>
      </pc:sldChg>
      <pc:sldChg chg="modSp">
        <pc:chgData name="Saxe Dingstad" userId="S::saxdin@so-hf.no::13ecbb22-7887-4c25-92dc-4cfc59f0e0d5" providerId="AD" clId="Web-{6AE84CD0-2404-55D8-8384-8E0BF6C3D078}" dt="2026-10-12T10:45:03.887" v="244" actId="20577"/>
        <pc:sldMkLst>
          <pc:docMk/>
          <pc:sldMk cId="2039747875" sldId="289"/>
        </pc:sldMkLst>
        <pc:spChg chg="mod">
          <ac:chgData name="Saxe Dingstad" userId="S::saxdin@so-hf.no::13ecbb22-7887-4c25-92dc-4cfc59f0e0d5" providerId="AD" clId="Web-{6AE84CD0-2404-55D8-8384-8E0BF6C3D078}" dt="2026-10-12T10:45:03.887" v="244" actId="20577"/>
          <ac:spMkLst>
            <pc:docMk/>
            <pc:sldMk cId="2039747875" sldId="289"/>
            <ac:spMk id="3" creationId="{90A57232-5587-1C96-2D6D-43B66B95CA3B}"/>
          </ac:spMkLst>
        </pc:spChg>
      </pc:sldChg>
      <pc:sldChg chg="modSp">
        <pc:chgData name="Saxe Dingstad" userId="S::saxdin@so-hf.no::13ecbb22-7887-4c25-92dc-4cfc59f0e0d5" providerId="AD" clId="Web-{6AE84CD0-2404-55D8-8384-8E0BF6C3D078}" dt="2026-10-12T10:25:28.373" v="36" actId="20577"/>
        <pc:sldMkLst>
          <pc:docMk/>
          <pc:sldMk cId="591072100" sldId="325"/>
        </pc:sldMkLst>
        <pc:spChg chg="mod">
          <ac:chgData name="Saxe Dingstad" userId="S::saxdin@so-hf.no::13ecbb22-7887-4c25-92dc-4cfc59f0e0d5" providerId="AD" clId="Web-{6AE84CD0-2404-55D8-8384-8E0BF6C3D078}" dt="2026-10-12T10:25:28.373" v="36" actId="20577"/>
          <ac:spMkLst>
            <pc:docMk/>
            <pc:sldMk cId="591072100" sldId="325"/>
            <ac:spMk id="3" creationId="{CDDBAD8E-7479-5923-3EA0-F80129B0A3EC}"/>
          </ac:spMkLst>
        </pc:spChg>
      </pc:sldChg>
      <pc:sldChg chg="addSp modSp new">
        <pc:chgData name="Saxe Dingstad" userId="S::saxdin@so-hf.no::13ecbb22-7887-4c25-92dc-4cfc59f0e0d5" providerId="AD" clId="Web-{6AE84CD0-2404-55D8-8384-8E0BF6C3D078}" dt="2026-10-12T10:27:41.890" v="86" actId="20577"/>
        <pc:sldMkLst>
          <pc:docMk/>
          <pc:sldMk cId="743201432" sldId="326"/>
        </pc:sldMkLst>
        <pc:spChg chg="add mod">
          <ac:chgData name="Saxe Dingstad" userId="S::saxdin@so-hf.no::13ecbb22-7887-4c25-92dc-4cfc59f0e0d5" providerId="AD" clId="Web-{6AE84CD0-2404-55D8-8384-8E0BF6C3D078}" dt="2026-10-12T10:27:41.890" v="86" actId="20577"/>
          <ac:spMkLst>
            <pc:docMk/>
            <pc:sldMk cId="743201432" sldId="326"/>
            <ac:spMk id="3" creationId="{B52FB441-FB38-B592-2225-3C2E6D61E65D}"/>
          </ac:spMkLst>
        </pc:spChg>
        <pc:picChg chg="add mod modCrop">
          <ac:chgData name="Saxe Dingstad" userId="S::saxdin@so-hf.no::13ecbb22-7887-4c25-92dc-4cfc59f0e0d5" providerId="AD" clId="Web-{6AE84CD0-2404-55D8-8384-8E0BF6C3D078}" dt="2026-10-12T10:26:57.108" v="43" actId="1076"/>
          <ac:picMkLst>
            <pc:docMk/>
            <pc:sldMk cId="743201432" sldId="326"/>
            <ac:picMk id="2" creationId="{32165D9B-05C2-3B44-759F-263A045BBE18}"/>
          </ac:picMkLst>
        </pc:picChg>
      </pc:sldChg>
      <pc:sldChg chg="addSp delSp modSp new">
        <pc:chgData name="Saxe Dingstad" userId="S::saxdin@so-hf.no::13ecbb22-7887-4c25-92dc-4cfc59f0e0d5" providerId="AD" clId="Web-{6AE84CD0-2404-55D8-8384-8E0BF6C3D078}" dt="2026-10-12T11:57:39.068" v="425" actId="1076"/>
        <pc:sldMkLst>
          <pc:docMk/>
          <pc:sldMk cId="2180507589" sldId="327"/>
        </pc:sldMkLst>
        <pc:spChg chg="mod">
          <ac:chgData name="Saxe Dingstad" userId="S::saxdin@so-hf.no::13ecbb22-7887-4c25-92dc-4cfc59f0e0d5" providerId="AD" clId="Web-{6AE84CD0-2404-55D8-8384-8E0BF6C3D078}" dt="2026-10-12T11:57:39.068" v="425" actId="1076"/>
          <ac:spMkLst>
            <pc:docMk/>
            <pc:sldMk cId="2180507589" sldId="327"/>
            <ac:spMk id="2" creationId="{7F3748E4-3DAA-8AFC-7089-A8BC0AEED357}"/>
          </ac:spMkLst>
        </pc:spChg>
        <pc:picChg chg="add mod">
          <ac:chgData name="Saxe Dingstad" userId="S::saxdin@so-hf.no::13ecbb22-7887-4c25-92dc-4cfc59f0e0d5" providerId="AD" clId="Web-{6AE84CD0-2404-55D8-8384-8E0BF6C3D078}" dt="2026-10-12T11:57:30.536" v="419" actId="14100"/>
          <ac:picMkLst>
            <pc:docMk/>
            <pc:sldMk cId="2180507589" sldId="327"/>
            <ac:picMk id="3" creationId="{FDCF5925-4BBE-50BD-D9DB-6295745DB49F}"/>
          </ac:picMkLst>
        </pc:picChg>
      </pc:sldChg>
      <pc:sldChg chg="modSp">
        <pc:chgData name="Saxe Dingstad" userId="S::saxdin@so-hf.no::13ecbb22-7887-4c25-92dc-4cfc59f0e0d5" providerId="AD" clId="Web-{6AE84CD0-2404-55D8-8384-8E0BF6C3D078}" dt="2026-10-12T12:02:19.068" v="435" actId="20577"/>
        <pc:sldMkLst>
          <pc:docMk/>
          <pc:sldMk cId="4271573058" sldId="328"/>
        </pc:sldMkLst>
        <pc:spChg chg="mod">
          <ac:chgData name="Saxe Dingstad" userId="S::saxdin@so-hf.no::13ecbb22-7887-4c25-92dc-4cfc59f0e0d5" providerId="AD" clId="Web-{6AE84CD0-2404-55D8-8384-8E0BF6C3D078}" dt="2026-10-12T12:02:19.068" v="435" actId="20577"/>
          <ac:spMkLst>
            <pc:docMk/>
            <pc:sldMk cId="4271573058" sldId="328"/>
            <ac:spMk id="3" creationId="{D24DF722-A456-C9BB-5DD1-B8E4C573A277}"/>
          </ac:spMkLst>
        </pc:spChg>
      </pc:sldChg>
      <pc:sldChg chg="modSp">
        <pc:chgData name="Saxe Dingstad" userId="S::saxdin@so-hf.no::13ecbb22-7887-4c25-92dc-4cfc59f0e0d5" providerId="AD" clId="Web-{6AE84CD0-2404-55D8-8384-8E0BF6C3D078}" dt="2026-10-12T11:55:11.036" v="384" actId="20577"/>
        <pc:sldMkLst>
          <pc:docMk/>
          <pc:sldMk cId="1222294930" sldId="330"/>
        </pc:sldMkLst>
        <pc:spChg chg="mod">
          <ac:chgData name="Saxe Dingstad" userId="S::saxdin@so-hf.no::13ecbb22-7887-4c25-92dc-4cfc59f0e0d5" providerId="AD" clId="Web-{6AE84CD0-2404-55D8-8384-8E0BF6C3D078}" dt="2026-10-12T11:55:11.036" v="384" actId="20577"/>
          <ac:spMkLst>
            <pc:docMk/>
            <pc:sldMk cId="1222294930" sldId="330"/>
            <ac:spMk id="2" creationId="{604C72C7-8CB7-54F0-1226-C3ED2CE0D3B5}"/>
          </ac:spMkLst>
        </pc:spChg>
      </pc:sldChg>
    </pc:docChg>
  </pc:docChgLst>
  <pc:docChgLst>
    <pc:chgData name="Claes Anton Kjelshus" userId="S::clakje@ahus.no::9998181f-ce8d-4058-8e07-86b6ffd9e70a" providerId="AD" clId="Web-{4518CF96-8ED6-D31D-D091-C162021ECBA5}"/>
    <pc:docChg chg="modSld">
      <pc:chgData name="Claes Anton Kjelshus" userId="S::clakje@ahus.no::9998181f-ce8d-4058-8e07-86b6ffd9e70a" providerId="AD" clId="Web-{4518CF96-8ED6-D31D-D091-C162021ECBA5}" dt="2026-10-08T11:46:39.765" v="20" actId="20577"/>
      <pc:docMkLst>
        <pc:docMk/>
      </pc:docMkLst>
      <pc:sldChg chg="modSp">
        <pc:chgData name="Claes Anton Kjelshus" userId="S::clakje@ahus.no::9998181f-ce8d-4058-8e07-86b6ffd9e70a" providerId="AD" clId="Web-{4518CF96-8ED6-D31D-D091-C162021ECBA5}" dt="2026-10-08T11:46:39.765" v="20" actId="20577"/>
        <pc:sldMkLst>
          <pc:docMk/>
          <pc:sldMk cId="3195922009" sldId="257"/>
        </pc:sldMkLst>
        <pc:spChg chg="mod">
          <ac:chgData name="Claes Anton Kjelshus" userId="S::clakje@ahus.no::9998181f-ce8d-4058-8e07-86b6ffd9e70a" providerId="AD" clId="Web-{4518CF96-8ED6-D31D-D091-C162021ECBA5}" dt="2026-10-08T11:46:39.765" v="20" actId="20577"/>
          <ac:spMkLst>
            <pc:docMk/>
            <pc:sldMk cId="3195922009" sldId="257"/>
            <ac:spMk id="3" creationId="{3DF62F4F-2AC7-60F8-B3E9-64A98681E9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42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2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8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0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6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8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1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8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3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43BDC-0553-40FA-A4DB-EDAAA606CFF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Tilbakemeldinger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Narkontroll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1E3ED-FE85-2C45-F213-DBE6122EF344}"/>
              </a:ext>
            </a:extLst>
          </p:cNvPr>
          <p:cNvSpPr txBox="1"/>
          <p:nvPr/>
        </p:nvSpPr>
        <p:spPr>
          <a:xfrm>
            <a:off x="1316182" y="5256068"/>
            <a:ext cx="60960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>
                <a:solidFill>
                  <a:srgbClr val="FF0000"/>
                </a:solidFill>
                <a:latin typeface="Aptos"/>
              </a:rPr>
              <a:t>Legg ved skjermbilde</a:t>
            </a:r>
            <a: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b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sz="2000" b="1" i="0" u="none" strike="noStrike" baseline="0">
                <a:solidFill>
                  <a:srgbClr val="FF0000"/>
                </a:solidFill>
                <a:latin typeface="Aptos"/>
              </a:rPr>
              <a:t>Marker hva som skal endres/innspill</a:t>
            </a:r>
            <a: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b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sz="2000" b="1" i="0" u="none" strike="noStrike" baseline="0">
                <a:solidFill>
                  <a:srgbClr val="FF0000"/>
                </a:solidFill>
                <a:latin typeface="Aptos"/>
              </a:rPr>
              <a:t>Beskriv/vis endringsforslag</a:t>
            </a:r>
            <a: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b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sz="2000" b="1" i="0" u="none" strike="noStrike" baseline="0">
                <a:solidFill>
                  <a:srgbClr val="FF0000"/>
                </a:solidFill>
                <a:latin typeface="Aptos"/>
              </a:rPr>
              <a:t>Skriv hvem som har gitt innspill</a:t>
            </a:r>
            <a:r>
              <a:rPr sz="20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2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75D481-CFB4-41C3-58C4-B974973AD35A}"/>
              </a:ext>
            </a:extLst>
          </p:cNvPr>
          <p:cNvSpPr txBox="1"/>
          <p:nvPr/>
        </p:nvSpPr>
        <p:spPr>
          <a:xfrm>
            <a:off x="632113" y="50222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Saxe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62F4F-2AC7-60F8-B3E9-64A98681E956}"/>
              </a:ext>
            </a:extLst>
          </p:cNvPr>
          <p:cNvSpPr txBox="1"/>
          <p:nvPr/>
        </p:nvSpPr>
        <p:spPr>
          <a:xfrm>
            <a:off x="742709" y="1046105"/>
            <a:ext cx="10871200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Kul </a:t>
            </a:r>
            <a:r>
              <a:rPr lang="en-US" err="1">
                <a:ea typeface="+mn-lt"/>
                <a:cs typeface="+mn-lt"/>
              </a:rPr>
              <a:t>splatt</a:t>
            </a:r>
            <a:r>
              <a:rPr lang="en-US">
                <a:ea typeface="+mn-lt"/>
                <a:cs typeface="+mn-lt"/>
              </a:rPr>
              <a:t>-logo med </a:t>
            </a:r>
            <a:r>
              <a:rPr lang="en-US" err="1">
                <a:ea typeface="+mn-lt"/>
                <a:cs typeface="+mn-lt"/>
              </a:rPr>
              <a:t>kapsel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som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blir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logoen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på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mobil</a:t>
            </a:r>
            <a:r>
              <a:rPr lang="en-US">
                <a:ea typeface="+mn-lt"/>
                <a:cs typeface="+mn-lt"/>
              </a:rPr>
              <a:t>/pad. Kan </a:t>
            </a:r>
            <a:r>
              <a:rPr lang="en-US" err="1">
                <a:ea typeface="+mn-lt"/>
                <a:cs typeface="+mn-lt"/>
              </a:rPr>
              <a:t>animasjonen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også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komme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på</a:t>
            </a:r>
            <a:r>
              <a:rPr lang="en-US">
                <a:ea typeface="+mn-lt"/>
                <a:cs typeface="+mn-lt"/>
              </a:rPr>
              <a:t> PC? </a:t>
            </a:r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Jeg </a:t>
            </a:r>
            <a:r>
              <a:rPr lang="en-US" err="1">
                <a:ea typeface="+mn-lt"/>
                <a:cs typeface="+mn-lt"/>
              </a:rPr>
              <a:t>tror</a:t>
            </a:r>
            <a:r>
              <a:rPr lang="en-US">
                <a:ea typeface="+mn-lt"/>
                <a:cs typeface="+mn-lt"/>
              </a:rPr>
              <a:t> de </a:t>
            </a:r>
            <a:r>
              <a:rPr lang="en-US" err="1">
                <a:ea typeface="+mn-lt"/>
                <a:cs typeface="+mn-lt"/>
              </a:rPr>
              <a:t>fleste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HSØ </a:t>
            </a:r>
            <a:r>
              <a:rPr lang="en-US" err="1">
                <a:ea typeface="+mn-lt"/>
                <a:cs typeface="+mn-lt"/>
              </a:rPr>
              <a:t>kommer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til</a:t>
            </a:r>
            <a:r>
              <a:rPr lang="en-US">
                <a:ea typeface="+mn-lt"/>
                <a:cs typeface="+mn-lt"/>
              </a:rPr>
              <a:t> å </a:t>
            </a:r>
            <a:r>
              <a:rPr lang="en-US" err="1">
                <a:ea typeface="+mn-lt"/>
                <a:cs typeface="+mn-lt"/>
              </a:rPr>
              <a:t>gjøre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kurset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fra</a:t>
            </a:r>
            <a:r>
              <a:rPr lang="en-US">
                <a:ea typeface="+mn-lt"/>
                <a:cs typeface="+mn-lt"/>
              </a:rPr>
              <a:t> PC via </a:t>
            </a:r>
            <a:r>
              <a:rPr lang="en-US" err="1">
                <a:ea typeface="+mn-lt"/>
                <a:cs typeface="+mn-lt"/>
              </a:rPr>
              <a:t>Læringsportalen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Har </a:t>
            </a:r>
            <a:r>
              <a:rPr lang="en-US" err="1">
                <a:ea typeface="+mn-lt"/>
                <a:cs typeface="+mn-lt"/>
              </a:rPr>
              <a:t>skjermskalering</a:t>
            </a:r>
            <a:r>
              <a:rPr lang="en-US">
                <a:ea typeface="+mn-lt"/>
                <a:cs typeface="+mn-lt"/>
              </a:rPr>
              <a:t> for </a:t>
            </a:r>
            <a:r>
              <a:rPr lang="en-US" err="1">
                <a:ea typeface="+mn-lt"/>
                <a:cs typeface="+mn-lt"/>
              </a:rPr>
              <a:t>mobil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gått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ut</a:t>
            </a:r>
            <a:r>
              <a:rPr lang="en-US">
                <a:ea typeface="+mn-lt"/>
                <a:cs typeface="+mn-lt"/>
              </a:rPr>
              <a:t> over PC-</a:t>
            </a:r>
            <a:r>
              <a:rPr lang="en-US" err="1">
                <a:ea typeface="+mn-lt"/>
                <a:cs typeface="+mn-lt"/>
              </a:rPr>
              <a:t>tilpasning</a:t>
            </a:r>
            <a:r>
              <a:rPr lang="en-US">
                <a:ea typeface="+mn-lt"/>
                <a:cs typeface="+mn-lt"/>
              </a:rPr>
              <a:t>? </a:t>
            </a:r>
            <a:r>
              <a:rPr lang="en-US" err="1">
                <a:ea typeface="+mn-lt"/>
                <a:cs typeface="+mn-lt"/>
              </a:rPr>
              <a:t>Vertikalt</a:t>
            </a:r>
            <a:r>
              <a:rPr lang="en-US">
                <a:ea typeface="+mn-lt"/>
                <a:cs typeface="+mn-lt"/>
              </a:rPr>
              <a:t> vs </a:t>
            </a:r>
            <a:r>
              <a:rPr lang="en-US" err="1">
                <a:ea typeface="+mn-lt"/>
                <a:cs typeface="+mn-lt"/>
              </a:rPr>
              <a:t>horisontal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orientering</a:t>
            </a:r>
            <a:r>
              <a:rPr lang="en-US">
                <a:ea typeface="+mn-lt"/>
                <a:cs typeface="+mn-lt"/>
              </a:rPr>
              <a:t>... </a:t>
            </a:r>
            <a:endParaRPr lang="en-US" err="1"/>
          </a:p>
          <a:p>
            <a:endParaRPr lang="en-US"/>
          </a:p>
          <a:p>
            <a:r>
              <a:rPr lang="en-US" err="1">
                <a:ea typeface="+mn-lt"/>
                <a:cs typeface="+mn-lt"/>
              </a:rPr>
              <a:t>Hovedmeny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kurset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være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èn</a:t>
            </a:r>
            <a:r>
              <a:rPr lang="en-US">
                <a:ea typeface="+mn-lt"/>
                <a:cs typeface="+mn-lt"/>
              </a:rPr>
              <a:t> side </a:t>
            </a:r>
            <a:r>
              <a:rPr lang="en-US" err="1">
                <a:ea typeface="+mn-lt"/>
                <a:cs typeface="+mn-lt"/>
              </a:rPr>
              <a:t>uten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skrolling</a:t>
            </a:r>
            <a:r>
              <a:rPr lang="en-US">
                <a:ea typeface="+mn-lt"/>
                <a:cs typeface="+mn-lt"/>
              </a:rPr>
              <a:t>! </a:t>
            </a:r>
            <a:r>
              <a:rPr lang="en-US" err="1">
                <a:ea typeface="+mn-lt"/>
                <a:cs typeface="+mn-lt"/>
              </a:rPr>
              <a:t>Nå</a:t>
            </a:r>
            <a:r>
              <a:rPr lang="en-US">
                <a:ea typeface="+mn-lt"/>
                <a:cs typeface="+mn-lt"/>
              </a:rPr>
              <a:t> mister man </a:t>
            </a:r>
            <a:r>
              <a:rPr lang="en-US" err="1">
                <a:ea typeface="+mn-lt"/>
                <a:cs typeface="+mn-lt"/>
              </a:rPr>
              <a:t>oversikten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grunnet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skrolling</a:t>
            </a:r>
            <a:r>
              <a:rPr lang="en-US">
                <a:ea typeface="+mn-lt"/>
                <a:cs typeface="+mn-lt"/>
              </a:rPr>
              <a:t>. - </a:t>
            </a:r>
            <a:r>
              <a:rPr lang="en-US" err="1">
                <a:ea typeface="+mn-lt"/>
                <a:cs typeface="+mn-lt"/>
              </a:rPr>
              <a:t>optimaliser</a:t>
            </a:r>
            <a:r>
              <a:rPr lang="en-US">
                <a:ea typeface="+mn-lt"/>
                <a:cs typeface="+mn-lt"/>
              </a:rPr>
              <a:t> for 24"/16"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Slette: "</a:t>
            </a:r>
            <a:r>
              <a:rPr lang="en-US" err="1">
                <a:ea typeface="+mn-lt"/>
                <a:cs typeface="+mn-lt"/>
              </a:rPr>
              <a:t>Slik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fungerer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kurset</a:t>
            </a:r>
            <a:r>
              <a:rPr lang="en-US">
                <a:ea typeface="+mn-lt"/>
                <a:cs typeface="+mn-lt"/>
              </a:rPr>
              <a:t>" (</a:t>
            </a:r>
            <a:r>
              <a:rPr lang="en-US" err="1">
                <a:ea typeface="+mn-lt"/>
                <a:cs typeface="+mn-lt"/>
              </a:rPr>
              <a:t>overforklarende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og</a:t>
            </a:r>
            <a:r>
              <a:rPr lang="en-US">
                <a:ea typeface="+mn-lt"/>
                <a:cs typeface="+mn-lt"/>
              </a:rPr>
              <a:t> tar </a:t>
            </a:r>
            <a:r>
              <a:rPr lang="en-US" err="1">
                <a:ea typeface="+mn-lt"/>
                <a:cs typeface="+mn-lt"/>
              </a:rPr>
              <a:t>opp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plass</a:t>
            </a:r>
            <a:r>
              <a:rPr lang="en-US">
                <a:ea typeface="+mn-lt"/>
                <a:cs typeface="+mn-lt"/>
              </a:rPr>
              <a:t>) Ev. </a:t>
            </a:r>
            <a:r>
              <a:rPr lang="en-US" err="1">
                <a:ea typeface="+mn-lt"/>
                <a:cs typeface="+mn-lt"/>
              </a:rPr>
              <a:t>mulighet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til</a:t>
            </a:r>
            <a:r>
              <a:rPr lang="en-US">
                <a:ea typeface="+mn-lt"/>
                <a:cs typeface="+mn-lt"/>
              </a:rPr>
              <a:t> å </a:t>
            </a:r>
            <a:r>
              <a:rPr lang="en-US" err="1">
                <a:ea typeface="+mn-lt"/>
                <a:cs typeface="+mn-lt"/>
              </a:rPr>
              <a:t>minimere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boksen</a:t>
            </a:r>
            <a:r>
              <a:rPr lang="en-US">
                <a:ea typeface="+mn-lt"/>
                <a:cs typeface="+mn-lt"/>
              </a:rPr>
              <a:t>...?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Gjøre</a:t>
            </a:r>
            <a:r>
              <a:rPr lang="en-US">
                <a:ea typeface="+mn-lt"/>
                <a:cs typeface="+mn-lt"/>
              </a:rPr>
              <a:t> alle </a:t>
            </a:r>
            <a:r>
              <a:rPr lang="en-US" err="1">
                <a:ea typeface="+mn-lt"/>
                <a:cs typeface="+mn-lt"/>
              </a:rPr>
              <a:t>kvadratboksene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lavere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og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slette</a:t>
            </a:r>
            <a:r>
              <a:rPr lang="en-US">
                <a:ea typeface="+mn-lt"/>
                <a:cs typeface="+mn-lt"/>
              </a:rPr>
              <a:t> den </a:t>
            </a:r>
            <a:r>
              <a:rPr lang="en-US" err="1">
                <a:ea typeface="+mn-lt"/>
                <a:cs typeface="+mn-lt"/>
              </a:rPr>
              <a:t>grå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skriften</a:t>
            </a:r>
            <a:r>
              <a:rPr lang="en-US">
                <a:ea typeface="+mn-lt"/>
                <a:cs typeface="+mn-lt"/>
              </a:rPr>
              <a:t>. 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Legge </a:t>
            </a:r>
            <a:r>
              <a:rPr lang="en-US" err="1">
                <a:ea typeface="+mn-lt"/>
                <a:cs typeface="+mn-lt"/>
              </a:rPr>
              <a:t>fremdriftsboks</a:t>
            </a:r>
            <a:r>
              <a:rPr lang="en-US">
                <a:ea typeface="+mn-lt"/>
                <a:cs typeface="+mn-lt"/>
              </a:rPr>
              <a:t> smalt </a:t>
            </a:r>
            <a:r>
              <a:rPr lang="en-US" err="1">
                <a:ea typeface="+mn-lt"/>
                <a:cs typeface="+mn-lt"/>
              </a:rPr>
              <a:t>øverst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oppe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eller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nederst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nede</a:t>
            </a:r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Færre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kontrollspørsmål</a:t>
            </a:r>
            <a:r>
              <a:rPr lang="en-US">
                <a:ea typeface="+mn-lt"/>
                <a:cs typeface="+mn-lt"/>
              </a:rPr>
              <a:t> om </a:t>
            </a:r>
            <a:r>
              <a:rPr lang="en-US" err="1">
                <a:ea typeface="+mn-lt"/>
                <a:cs typeface="+mn-lt"/>
              </a:rPr>
              <a:t>beholdning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Avtalen</a:t>
            </a:r>
            <a:r>
              <a:rPr lang="en-US">
                <a:ea typeface="+mn-lt"/>
                <a:cs typeface="+mn-lt"/>
              </a:rPr>
              <a:t> var at </a:t>
            </a:r>
            <a:r>
              <a:rPr lang="en-US" err="1">
                <a:ea typeface="+mn-lt"/>
                <a:cs typeface="+mn-lt"/>
              </a:rPr>
              <a:t>kurset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skulle</a:t>
            </a:r>
            <a:r>
              <a:rPr lang="en-US">
                <a:ea typeface="+mn-lt"/>
                <a:cs typeface="+mn-lt"/>
              </a:rPr>
              <a:t> ta ca. 15-20 min. </a:t>
            </a:r>
            <a:r>
              <a:rPr lang="en-US" err="1">
                <a:ea typeface="+mn-lt"/>
                <a:cs typeface="+mn-lt"/>
              </a:rPr>
              <a:t>Nå</a:t>
            </a:r>
            <a:r>
              <a:rPr lang="en-US">
                <a:ea typeface="+mn-lt"/>
                <a:cs typeface="+mn-lt"/>
              </a:rPr>
              <a:t> er det 40 min. 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Må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bli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færre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klikk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og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mindre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musevandring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kurset</a:t>
            </a:r>
            <a:r>
              <a:rPr lang="en-US">
                <a:ea typeface="+mn-lt"/>
                <a:cs typeface="+mn-lt"/>
              </a:rPr>
              <a:t>. Ha case/story </a:t>
            </a:r>
            <a:r>
              <a:rPr lang="en-US" err="1">
                <a:ea typeface="+mn-lt"/>
                <a:cs typeface="+mn-lt"/>
              </a:rPr>
              <a:t>og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skanne-kodene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samme</a:t>
            </a:r>
            <a:r>
              <a:rPr lang="en-US">
                <a:ea typeface="+mn-lt"/>
                <a:cs typeface="+mn-lt"/>
              </a:rPr>
              <a:t> side</a:t>
            </a:r>
          </a:p>
          <a:p>
            <a:endParaRPr lang="en-US"/>
          </a:p>
          <a:p>
            <a:r>
              <a:rPr lang="en-US" err="1"/>
              <a:t>Mindre</a:t>
            </a:r>
            <a:r>
              <a:rPr lang="en-US"/>
              <a:t> "Neste"-</a:t>
            </a:r>
            <a:r>
              <a:rPr lang="en-US" err="1"/>
              <a:t>klikk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2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2D507-B9CC-11DB-8634-7C674326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D4F59B-9685-CFC8-5E11-373F80B4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14" y="0"/>
            <a:ext cx="1135117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50F9AF-FC7E-2C87-8C83-5B2D852CA0C0}"/>
              </a:ext>
            </a:extLst>
          </p:cNvPr>
          <p:cNvSpPr txBox="1"/>
          <p:nvPr/>
        </p:nvSpPr>
        <p:spPr>
          <a:xfrm>
            <a:off x="490170" y="793896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Saxe: </a:t>
            </a:r>
          </a:p>
          <a:p>
            <a:r>
              <a:rPr lang="en-US" err="1"/>
              <a:t>Forslag</a:t>
            </a:r>
            <a:r>
              <a:rPr lang="en-US"/>
              <a:t> om </a:t>
            </a:r>
            <a:r>
              <a:rPr lang="en-US" err="1"/>
              <a:t>komprimert</a:t>
            </a:r>
            <a:r>
              <a:rPr lang="en-US"/>
              <a:t> </a:t>
            </a:r>
            <a:r>
              <a:rPr lang="en-US" err="1"/>
              <a:t>forside</a:t>
            </a:r>
            <a:r>
              <a:rPr lang="en-US"/>
              <a:t> </a:t>
            </a:r>
            <a:r>
              <a:rPr lang="en-US" err="1"/>
              <a:t>uten</a:t>
            </a:r>
            <a:r>
              <a:rPr lang="en-US"/>
              <a:t> </a:t>
            </a:r>
            <a:r>
              <a:rPr lang="en-US" err="1"/>
              <a:t>skrolling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165D9B-05C2-3B44-759F-263A045BBE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1543291" y="1398608"/>
            <a:ext cx="8439873" cy="52761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2FB441-FB38-B592-2225-3C2E6D61E65D}"/>
              </a:ext>
            </a:extLst>
          </p:cNvPr>
          <p:cNvSpPr txBox="1"/>
          <p:nvPr/>
        </p:nvSpPr>
        <p:spPr>
          <a:xfrm>
            <a:off x="405113" y="337594"/>
            <a:ext cx="90321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Splatt logo </a:t>
            </a:r>
            <a:r>
              <a:rPr lang="en-US" err="1"/>
              <a:t>virker</a:t>
            </a:r>
            <a:r>
              <a:rPr lang="en-US"/>
              <a:t> </a:t>
            </a:r>
            <a:r>
              <a:rPr lang="en-US" err="1"/>
              <a:t>ikke</a:t>
            </a:r>
            <a:r>
              <a:rPr lang="en-US"/>
              <a:t> </a:t>
            </a:r>
            <a:r>
              <a:rPr lang="en-US" err="1"/>
              <a:t>inne</a:t>
            </a:r>
            <a:r>
              <a:rPr lang="en-US"/>
              <a:t> </a:t>
            </a:r>
            <a:r>
              <a:rPr lang="en-US" err="1"/>
              <a:t>i</a:t>
            </a:r>
            <a:r>
              <a:rPr lang="en-US"/>
              <a:t> </a:t>
            </a:r>
            <a:r>
              <a:rPr lang="en-US" err="1"/>
              <a:t>Arbeidsflate</a:t>
            </a:r>
          </a:p>
        </p:txBody>
      </p:sp>
    </p:spTree>
    <p:extLst>
      <p:ext uri="{BB962C8B-B14F-4D97-AF65-F5344CB8AC3E}">
        <p14:creationId xmlns:p14="http://schemas.microsoft.com/office/powerpoint/2010/main" val="74320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9BA44-9128-BB8D-0ED9-09234CFE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8EB3B0-87DB-DC73-13C7-203C29C89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60" y="34275"/>
            <a:ext cx="9248775" cy="680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02642C-107B-6DC3-4107-7035D6A09DD0}"/>
              </a:ext>
            </a:extLst>
          </p:cNvPr>
          <p:cNvSpPr txBox="1"/>
          <p:nvPr/>
        </p:nvSpPr>
        <p:spPr>
          <a:xfrm>
            <a:off x="2831522" y="2554431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ikonet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øverst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til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err="1">
                <a:solidFill>
                  <a:srgbClr val="FF0000"/>
                </a:solidFill>
              </a:rPr>
              <a:t>høyre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64275B-E206-5222-29D9-6E642F5CA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131" y="1515340"/>
            <a:ext cx="1865169" cy="4156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65010E-17B1-50A5-FEAC-1561001C7920}"/>
              </a:ext>
            </a:extLst>
          </p:cNvPr>
          <p:cNvSpPr txBox="1"/>
          <p:nvPr/>
        </p:nvSpPr>
        <p:spPr>
          <a:xfrm>
            <a:off x="704272" y="4597976"/>
            <a:ext cx="64839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I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opplæringsmodus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er det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ingeninnlogging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med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ekte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brukernavn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og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passord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. </a:t>
            </a:r>
            <a:endParaRPr lang="en-US"/>
          </a:p>
          <a:p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Registreringer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 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som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gjøres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i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 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opplæringmodus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slettes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når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modusen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 </a:t>
            </a:r>
            <a:r>
              <a:rPr lang="en-US" sz="1400" err="1">
                <a:solidFill>
                  <a:srgbClr val="FF0000"/>
                </a:solidFill>
                <a:highlight>
                  <a:srgbClr val="000000"/>
                </a:highlight>
              </a:rPr>
              <a:t>avsluttes</a:t>
            </a:r>
            <a:r>
              <a:rPr lang="en-US" sz="1400">
                <a:solidFill>
                  <a:srgbClr val="FF0000"/>
                </a:solidFill>
                <a:highlight>
                  <a:srgbClr val="000000"/>
                </a:highlight>
              </a:rPr>
              <a:t>.  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B3F69-8DE1-D041-B0DE-2C8880E4F8CF}"/>
              </a:ext>
            </a:extLst>
          </p:cNvPr>
          <p:cNvSpPr txBox="1"/>
          <p:nvPr/>
        </p:nvSpPr>
        <p:spPr>
          <a:xfrm>
            <a:off x="86591" y="34636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Saxe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2E2B68-FC12-B5D0-F471-DE5DA70931D3}"/>
              </a:ext>
            </a:extLst>
          </p:cNvPr>
          <p:cNvSpPr txBox="1"/>
          <p:nvPr/>
        </p:nvSpPr>
        <p:spPr>
          <a:xfrm>
            <a:off x="9358863" y="461213"/>
            <a:ext cx="283547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Denne </a:t>
            </a:r>
            <a:r>
              <a:rPr lang="en-US" err="1"/>
              <a:t>siden</a:t>
            </a:r>
            <a:r>
              <a:rPr lang="en-US"/>
              <a:t> er </a:t>
            </a:r>
            <a:r>
              <a:rPr lang="en-US" err="1"/>
              <a:t>litt</a:t>
            </a:r>
            <a:r>
              <a:rPr lang="en-US"/>
              <a:t> </a:t>
            </a:r>
            <a:r>
              <a:rPr lang="en-US" err="1"/>
              <a:t>rotetete</a:t>
            </a:r>
            <a:endParaRPr lang="en-US"/>
          </a:p>
          <a:p>
            <a:r>
              <a:rPr lang="en-US"/>
              <a:t>Kan det </a:t>
            </a:r>
            <a:r>
              <a:rPr lang="en-US" err="1"/>
              <a:t>gjøre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del av </a:t>
            </a:r>
            <a:r>
              <a:rPr lang="en-US" err="1"/>
              <a:t>modul</a:t>
            </a:r>
            <a:r>
              <a:rPr lang="en-US"/>
              <a:t> 1?</a:t>
            </a:r>
          </a:p>
          <a:p>
            <a:endParaRPr lang="en-US"/>
          </a:p>
          <a:p>
            <a:r>
              <a:rPr lang="en-US" err="1"/>
              <a:t>Altså</a:t>
            </a:r>
            <a:r>
              <a:rPr lang="en-US"/>
              <a:t> </a:t>
            </a:r>
            <a:r>
              <a:rPr lang="en-US" err="1"/>
              <a:t>første</a:t>
            </a:r>
            <a:r>
              <a:rPr lang="en-US"/>
              <a:t> man </a:t>
            </a:r>
            <a:r>
              <a:rPr lang="en-US" err="1"/>
              <a:t>møte</a:t>
            </a:r>
            <a:r>
              <a:rPr lang="en-US"/>
              <a:t> er "</a:t>
            </a:r>
            <a:r>
              <a:rPr lang="en-US" err="1"/>
              <a:t>splatt"logoen</a:t>
            </a:r>
            <a:endParaRPr lang="en-US"/>
          </a:p>
          <a:p>
            <a:r>
              <a:rPr lang="en-US" err="1"/>
              <a:t>Deretter</a:t>
            </a:r>
            <a:r>
              <a:rPr lang="en-US"/>
              <a:t> </a:t>
            </a:r>
            <a:r>
              <a:rPr lang="en-US" err="1"/>
              <a:t>automatisk</a:t>
            </a:r>
            <a:r>
              <a:rPr lang="en-US"/>
              <a:t> </a:t>
            </a:r>
            <a:r>
              <a:rPr lang="en-US" err="1"/>
              <a:t>videre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 </a:t>
            </a:r>
            <a:r>
              <a:rPr lang="en-US" err="1"/>
              <a:t>kursets</a:t>
            </a:r>
            <a:r>
              <a:rPr lang="en-US"/>
              <a:t> </a:t>
            </a:r>
            <a:r>
              <a:rPr lang="en-US" err="1"/>
              <a:t>hovedmeny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63C8-7152-1DE6-CC06-AA995793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BAD8E-7479-5923-3EA0-F80129B0A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Kurset</a:t>
            </a:r>
            <a:r>
              <a:rPr lang="en-US"/>
              <a:t> </a:t>
            </a:r>
            <a:r>
              <a:rPr lang="en-US" err="1"/>
              <a:t>må</a:t>
            </a:r>
            <a:r>
              <a:rPr lang="en-US"/>
              <a:t> </a:t>
            </a:r>
            <a:r>
              <a:rPr lang="en-US" err="1"/>
              <a:t>fokuser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at vi </a:t>
            </a:r>
            <a:r>
              <a:rPr lang="en-US" err="1"/>
              <a:t>skal</a:t>
            </a:r>
            <a:r>
              <a:rPr lang="en-US"/>
              <a:t> </a:t>
            </a:r>
            <a:r>
              <a:rPr lang="en-US" err="1"/>
              <a:t>aktiv</a:t>
            </a:r>
            <a:r>
              <a:rPr lang="en-US"/>
              <a:t> </a:t>
            </a:r>
            <a:r>
              <a:rPr lang="en-US" err="1"/>
              <a:t>bruke</a:t>
            </a:r>
            <a:r>
              <a:rPr lang="en-US"/>
              <a:t> </a:t>
            </a:r>
            <a:r>
              <a:rPr lang="en-US" err="1"/>
              <a:t>appen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ikke</a:t>
            </a:r>
            <a:r>
              <a:rPr lang="en-US"/>
              <a:t> </a:t>
            </a:r>
            <a:r>
              <a:rPr lang="en-US" err="1"/>
              <a:t>bruke</a:t>
            </a:r>
            <a:r>
              <a:rPr lang="en-US"/>
              <a:t> </a:t>
            </a:r>
            <a:r>
              <a:rPr lang="en-US" err="1"/>
              <a:t>bilder</a:t>
            </a:r>
            <a:r>
              <a:rPr lang="en-US"/>
              <a:t>. Med </a:t>
            </a:r>
            <a:r>
              <a:rPr lang="en-US" err="1"/>
              <a:t>untakk</a:t>
            </a:r>
            <a:r>
              <a:rPr lang="en-US"/>
              <a:t> av side 2 </a:t>
            </a:r>
            <a:r>
              <a:rPr lang="en-US" err="1"/>
              <a:t>på</a:t>
            </a:r>
            <a:r>
              <a:rPr lang="en-US"/>
              <a:t> "sjekk at </a:t>
            </a:r>
            <a:r>
              <a:rPr lang="en-US" err="1"/>
              <a:t>appen</a:t>
            </a:r>
            <a:r>
              <a:rPr lang="en-US"/>
              <a:t> er </a:t>
            </a:r>
            <a:r>
              <a:rPr lang="en-US" err="1"/>
              <a:t>klar</a:t>
            </a:r>
            <a:r>
              <a:rPr lang="en-US"/>
              <a:t>" .</a:t>
            </a:r>
          </a:p>
          <a:p>
            <a:r>
              <a:rPr lang="en-US"/>
              <a:t>Det holder å </a:t>
            </a:r>
            <a:r>
              <a:rPr lang="en-US" err="1"/>
              <a:t>forklare</a:t>
            </a:r>
            <a:r>
              <a:rPr lang="en-US"/>
              <a:t> 1 gang at man </a:t>
            </a:r>
            <a:r>
              <a:rPr lang="en-US" err="1"/>
              <a:t>skal</a:t>
            </a:r>
            <a:r>
              <a:rPr lang="en-US"/>
              <a:t> </a:t>
            </a:r>
            <a:r>
              <a:rPr lang="en-US" err="1"/>
              <a:t>tappe</a:t>
            </a:r>
            <a:r>
              <a:rPr lang="en-US"/>
              <a:t> </a:t>
            </a:r>
            <a:r>
              <a:rPr lang="en-US" err="1"/>
              <a:t>korte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72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63F89-1998-9517-ADA0-D012DF1C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5F2170-9B41-544D-DE28-5D6757284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285"/>
            <a:ext cx="9413875" cy="6463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9F80ED-5F56-AD6A-C0A0-FAA56A7B1834}"/>
              </a:ext>
            </a:extLst>
          </p:cNvPr>
          <p:cNvSpPr txBox="1"/>
          <p:nvPr/>
        </p:nvSpPr>
        <p:spPr>
          <a:xfrm>
            <a:off x="9410860" y="490482"/>
            <a:ext cx="278468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/>
              <a:t>Mye info uoversiktlig</a:t>
            </a:r>
            <a:endParaRPr lang="en-US"/>
          </a:p>
          <a:p>
            <a:endParaRPr lang="en-US"/>
          </a:p>
          <a:p>
            <a:r>
              <a:rPr lang="nb-NO"/>
              <a:t>Slette: Slik fungerer kurset</a:t>
            </a:r>
          </a:p>
          <a:p>
            <a:endParaRPr lang="nb-NO"/>
          </a:p>
          <a:p>
            <a:r>
              <a:rPr lang="nb-NO"/>
              <a:t>Fremdriftindikatoren gjøres smalere og legges nederst i bunn.</a:t>
            </a:r>
          </a:p>
          <a:p>
            <a:endParaRPr lang="nb-NO"/>
          </a:p>
          <a:p>
            <a:endParaRPr lang="nb-NO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37A08-B94E-A2B5-78E2-979D4D76F1BD}"/>
              </a:ext>
            </a:extLst>
          </p:cNvPr>
          <p:cNvSpPr txBox="1"/>
          <p:nvPr/>
        </p:nvSpPr>
        <p:spPr>
          <a:xfrm>
            <a:off x="4710545" y="1437409"/>
            <a:ext cx="44594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Teksten</a:t>
            </a:r>
            <a:r>
              <a:rPr lang="en-US"/>
              <a:t> </a:t>
            </a:r>
            <a:r>
              <a:rPr lang="en-US" err="1"/>
              <a:t>til</a:t>
            </a:r>
            <a:r>
              <a:rPr lang="en-US"/>
              <a:t> </a:t>
            </a:r>
            <a:r>
              <a:rPr lang="en-US" err="1"/>
              <a:t>venstre</a:t>
            </a:r>
            <a:r>
              <a:rPr lang="en-US"/>
              <a:t> </a:t>
            </a:r>
            <a:r>
              <a:rPr lang="en-US" err="1"/>
              <a:t>kan</a:t>
            </a:r>
            <a:r>
              <a:rPr lang="en-US"/>
              <a:t> </a:t>
            </a:r>
            <a:r>
              <a:rPr lang="en-US" err="1"/>
              <a:t>være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 bare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linje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E6CEC-7AF6-3D4F-3AC7-0F267EDA5899}"/>
              </a:ext>
            </a:extLst>
          </p:cNvPr>
          <p:cNvSpPr txBox="1"/>
          <p:nvPr/>
        </p:nvSpPr>
        <p:spPr>
          <a:xfrm>
            <a:off x="3394363" y="805295"/>
            <a:ext cx="942109" cy="3744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-app</a:t>
            </a:r>
          </a:p>
        </p:txBody>
      </p:sp>
    </p:spTree>
    <p:extLst>
      <p:ext uri="{BB962C8B-B14F-4D97-AF65-F5344CB8AC3E}">
        <p14:creationId xmlns:p14="http://schemas.microsoft.com/office/powerpoint/2010/main" val="3014137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F3A9-64F4-F002-B32B-F227659A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194739-9983-D784-FC05-1B858A230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785"/>
            <a:ext cx="8163035" cy="59104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C75D40-08B6-C308-643E-3CF262E35A23}"/>
              </a:ext>
            </a:extLst>
          </p:cNvPr>
          <p:cNvSpPr txBox="1"/>
          <p:nvPr/>
        </p:nvSpPr>
        <p:spPr>
          <a:xfrm>
            <a:off x="8706069" y="779516"/>
            <a:ext cx="2741448" cy="5439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7A8B3-7A77-5789-39E1-8EBF6A4DFC7A}"/>
              </a:ext>
            </a:extLst>
          </p:cNvPr>
          <p:cNvSpPr txBox="1"/>
          <p:nvPr/>
        </p:nvSpPr>
        <p:spPr>
          <a:xfrm>
            <a:off x="9205310" y="945931"/>
            <a:ext cx="237358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/>
              <a:t>Kom i gang </a:t>
            </a:r>
            <a:r>
              <a:rPr lang="nb-NO" err="1"/>
              <a:t>og</a:t>
            </a:r>
            <a:r>
              <a:rPr lang="nb-NO"/>
              <a:t> </a:t>
            </a:r>
            <a:r>
              <a:rPr lang="nb-NO" err="1"/>
              <a:t>disse</a:t>
            </a:r>
            <a:r>
              <a:rPr lang="nb-NO"/>
              <a:t> </a:t>
            </a:r>
            <a:r>
              <a:rPr lang="nb-NO" err="1"/>
              <a:t>første</a:t>
            </a:r>
            <a:r>
              <a:rPr lang="nb-NO"/>
              <a:t> firkantene </a:t>
            </a:r>
            <a:r>
              <a:rPr lang="nb-NO" err="1"/>
              <a:t>kan</a:t>
            </a:r>
            <a:r>
              <a:rPr lang="nb-NO"/>
              <a:t> </a:t>
            </a:r>
            <a:r>
              <a:rPr lang="nb-NO" err="1"/>
              <a:t>dette</a:t>
            </a:r>
            <a:r>
              <a:rPr lang="nb-NO"/>
              <a:t> </a:t>
            </a:r>
            <a:r>
              <a:rPr lang="nb-NO" err="1"/>
              <a:t>vær</a:t>
            </a:r>
            <a:r>
              <a:rPr lang="nb-NO"/>
              <a:t> det første man ser og </a:t>
            </a:r>
            <a:r>
              <a:rPr lang="nb-NO" err="1"/>
              <a:t>være</a:t>
            </a:r>
            <a:r>
              <a:rPr lang="nb-NO"/>
              <a:t> hovedmenyen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17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0CBEC0-AC92-8D04-BB95-AC3D9504E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703"/>
            <a:ext cx="12192000" cy="649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10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1BD4E1-D457-2FA2-97A7-24C03314E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841"/>
            <a:ext cx="9223375" cy="649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8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0B0586-555B-FA5A-D606-375468F75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4" y="0"/>
            <a:ext cx="839041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210753-6D20-0C22-8FBD-28B618A760BF}"/>
              </a:ext>
            </a:extLst>
          </p:cNvPr>
          <p:cNvSpPr txBox="1"/>
          <p:nvPr/>
        </p:nvSpPr>
        <p:spPr>
          <a:xfrm>
            <a:off x="8739809" y="347756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Slette hele </a:t>
            </a:r>
            <a:r>
              <a:rPr lang="en-US" err="1"/>
              <a:t>kapittel</a:t>
            </a:r>
            <a:r>
              <a:rPr lang="en-US"/>
              <a:t> "Bli </a:t>
            </a:r>
            <a:r>
              <a:rPr lang="en-US" err="1"/>
              <a:t>kjent</a:t>
            </a:r>
            <a:r>
              <a:rPr lang="en-US"/>
              <a:t> med </a:t>
            </a:r>
            <a:r>
              <a:rPr lang="en-US" err="1"/>
              <a:t>startmenyen</a:t>
            </a:r>
            <a:r>
              <a:rPr lang="en-US"/>
              <a:t>"</a:t>
            </a:r>
          </a:p>
          <a:p>
            <a:endParaRPr lang="en-US"/>
          </a:p>
          <a:p>
            <a:r>
              <a:rPr lang="en-US"/>
              <a:t>8 </a:t>
            </a:r>
            <a:r>
              <a:rPr lang="en-US" err="1"/>
              <a:t>neste</a:t>
            </a:r>
            <a:r>
              <a:rPr lang="en-US"/>
              <a:t> </a:t>
            </a:r>
            <a:r>
              <a:rPr lang="en-US" err="1"/>
              <a:t>bilder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62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AA5FEC-08A3-D324-ADA4-EF58855C4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33" y="0"/>
            <a:ext cx="11542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10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E2428E-F2D8-9B4D-968C-110FF0389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7" y="0"/>
            <a:ext cx="118848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59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88DDBF-5B0B-C425-B9A7-CD220FCE7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78" y="180474"/>
            <a:ext cx="9436260" cy="596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03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E99A74-8DCE-6B74-AD31-F53A1FA8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00" y="0"/>
            <a:ext cx="11487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9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F86FD5-5798-C6A7-A210-A41A087FF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73" y="0"/>
            <a:ext cx="11424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45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E60AFE-E47C-270C-2049-0E5C7515E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97" y="0"/>
            <a:ext cx="11591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581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5063E9-3AA1-D070-5B73-D90676EB6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51" y="0"/>
            <a:ext cx="11432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92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59C5C5-CAF8-F504-3AA9-7EE5340A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8"/>
            <a:ext cx="9845040" cy="65759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BFC2BC-9B05-B335-35CD-32F092A55EB6}"/>
              </a:ext>
            </a:extLst>
          </p:cNvPr>
          <p:cNvSpPr txBox="1"/>
          <p:nvPr/>
        </p:nvSpPr>
        <p:spPr>
          <a:xfrm>
            <a:off x="9926551" y="350058"/>
            <a:ext cx="188976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Aptos"/>
                <a:ea typeface="Segoe UI"/>
                <a:cs typeface="Segoe UI"/>
              </a:rPr>
              <a:t>Dette </a:t>
            </a:r>
            <a:r>
              <a:rPr lang="en-US" sz="1800" baseline="0" err="1">
                <a:latin typeface="Aptos"/>
                <a:ea typeface="Segoe UI"/>
                <a:cs typeface="Segoe UI"/>
              </a:rPr>
              <a:t>som</a:t>
            </a:r>
            <a:r>
              <a:rPr lang="en-US" sz="1800" baseline="0">
                <a:latin typeface="Aptos"/>
                <a:ea typeface="Segoe UI"/>
                <a:cs typeface="Segoe UI"/>
              </a:rPr>
              <a:t> </a:t>
            </a:r>
            <a:r>
              <a:rPr lang="en-US" sz="1800" baseline="0" err="1">
                <a:latin typeface="Aptos"/>
                <a:ea typeface="Segoe UI"/>
                <a:cs typeface="Segoe UI"/>
              </a:rPr>
              <a:t>står</a:t>
            </a:r>
            <a:r>
              <a:rPr lang="en-US">
                <a:latin typeface="Aptos"/>
                <a:ea typeface="Segoe UI"/>
                <a:cs typeface="Segoe UI"/>
              </a:rPr>
              <a:t> </a:t>
            </a:r>
            <a:r>
              <a:rPr lang="en-US" err="1">
                <a:latin typeface="Aptos"/>
                <a:ea typeface="Segoe UI"/>
                <a:cs typeface="Segoe UI"/>
              </a:rPr>
              <a:t>i</a:t>
            </a:r>
            <a:r>
              <a:rPr lang="en-US">
                <a:latin typeface="Aptos"/>
                <a:ea typeface="Segoe UI"/>
                <a:cs typeface="Segoe UI"/>
              </a:rPr>
              <a:t> </a:t>
            </a:r>
            <a:r>
              <a:rPr lang="en-US" sz="1800" baseline="0">
                <a:latin typeface="Aptos"/>
                <a:ea typeface="Segoe UI"/>
                <a:cs typeface="Segoe UI"/>
              </a:rPr>
              <a:t>de </a:t>
            </a:r>
            <a:r>
              <a:rPr lang="en-US" sz="1800" baseline="0" err="1">
                <a:latin typeface="Aptos"/>
                <a:ea typeface="Segoe UI"/>
                <a:cs typeface="Segoe UI"/>
              </a:rPr>
              <a:t>neste</a:t>
            </a:r>
            <a:r>
              <a:rPr lang="en-US" sz="1800" baseline="0">
                <a:latin typeface="Aptos"/>
                <a:ea typeface="Segoe UI"/>
                <a:cs typeface="Segoe UI"/>
              </a:rPr>
              <a:t> </a:t>
            </a:r>
            <a:r>
              <a:rPr lang="en-US" err="1">
                <a:latin typeface="Aptos"/>
                <a:ea typeface="Segoe UI"/>
                <a:cs typeface="Segoe UI"/>
              </a:rPr>
              <a:t>bildene</a:t>
            </a:r>
            <a:r>
              <a:rPr lang="en-US" sz="1800" baseline="0">
                <a:latin typeface="Aptos"/>
                <a:ea typeface="Segoe UI"/>
                <a:cs typeface="Segoe UI"/>
              </a:rPr>
              <a:t>, </a:t>
            </a:r>
            <a:r>
              <a:rPr lang="en-US" sz="1800" baseline="0" err="1">
                <a:latin typeface="Aptos"/>
                <a:ea typeface="Segoe UI"/>
                <a:cs typeface="Segoe UI"/>
              </a:rPr>
              <a:t>må</a:t>
            </a:r>
            <a:r>
              <a:rPr lang="en-US" sz="1800" baseline="0">
                <a:latin typeface="Aptos"/>
                <a:ea typeface="Segoe UI"/>
                <a:cs typeface="Segoe UI"/>
              </a:rPr>
              <a:t> "</a:t>
            </a:r>
            <a:r>
              <a:rPr lang="en-US" sz="1800" baseline="0" err="1">
                <a:latin typeface="Aptos"/>
                <a:ea typeface="Segoe UI"/>
                <a:cs typeface="Segoe UI"/>
              </a:rPr>
              <a:t>tas</a:t>
            </a:r>
            <a:r>
              <a:rPr lang="en-US" sz="1800" baseline="0">
                <a:latin typeface="Aptos"/>
                <a:ea typeface="Segoe UI"/>
                <a:cs typeface="Segoe UI"/>
              </a:rPr>
              <a:t> inn </a:t>
            </a:r>
            <a:r>
              <a:rPr lang="en-US" err="1">
                <a:latin typeface="Aptos"/>
                <a:ea typeface="Segoe UI"/>
                <a:cs typeface="Segoe UI"/>
              </a:rPr>
              <a:t>i</a:t>
            </a:r>
            <a:r>
              <a:rPr lang="en-US">
                <a:latin typeface="Aptos"/>
                <a:ea typeface="Segoe UI"/>
                <a:cs typeface="Segoe UI"/>
              </a:rPr>
              <a:t> </a:t>
            </a:r>
            <a:r>
              <a:rPr lang="en-US" sz="1800" baseline="0" err="1">
                <a:latin typeface="Aptos"/>
                <a:ea typeface="Segoe UI"/>
                <a:cs typeface="Segoe UI"/>
              </a:rPr>
              <a:t>kapitell</a:t>
            </a:r>
            <a:r>
              <a:rPr lang="en-US" sz="1800" baseline="0">
                <a:latin typeface="Aptos"/>
                <a:ea typeface="Segoe UI"/>
                <a:cs typeface="Segoe UI"/>
              </a:rPr>
              <a:t> om </a:t>
            </a:r>
            <a:r>
              <a:rPr lang="en-US" sz="1800" baseline="0" err="1">
                <a:latin typeface="Aptos"/>
                <a:ea typeface="Segoe UI"/>
                <a:cs typeface="Segoe UI"/>
              </a:rPr>
              <a:t>dobbelkontroll</a:t>
            </a:r>
            <a:r>
              <a:rPr lang="en-US" sz="1800" baseline="0">
                <a:latin typeface="Aptos"/>
                <a:ea typeface="Segoe UI"/>
                <a:cs typeface="Segoe UI"/>
              </a:rPr>
              <a:t> under </a:t>
            </a:r>
            <a:r>
              <a:rPr lang="en-US" sz="1800" baseline="0" err="1">
                <a:latin typeface="Aptos"/>
                <a:ea typeface="Segoe UI"/>
                <a:cs typeface="Segoe UI"/>
              </a:rPr>
              <a:t>avvik</a:t>
            </a:r>
            <a:r>
              <a:rPr lang="en-US" sz="1800" baseline="0">
                <a:latin typeface="Aptos"/>
                <a:ea typeface="Segoe UI"/>
                <a:cs typeface="Segoe UI"/>
              </a:rPr>
              <a:t> </a:t>
            </a:r>
            <a:r>
              <a:rPr sz="1800"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endParaRPr lang="en-US"/>
          </a:p>
          <a:p>
            <a:r>
              <a:rPr lang="en-US"/>
              <a:t>Bør </a:t>
            </a:r>
            <a:r>
              <a:rPr lang="en-US" err="1"/>
              <a:t>ikke</a:t>
            </a:r>
            <a:r>
              <a:rPr lang="en-US"/>
              <a:t> </a:t>
            </a:r>
            <a:r>
              <a:rPr lang="en-US" err="1"/>
              <a:t>være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 </a:t>
            </a:r>
            <a:r>
              <a:rPr lang="en-US" err="1"/>
              <a:t>kapittel</a:t>
            </a:r>
            <a:r>
              <a:rPr lang="en-US"/>
              <a:t> </a:t>
            </a:r>
          </a:p>
          <a:p>
            <a:endParaRPr lang="en-US"/>
          </a:p>
          <a:p>
            <a:r>
              <a:rPr lang="en-US"/>
              <a:t>7 </a:t>
            </a:r>
            <a:r>
              <a:rPr lang="en-US" err="1"/>
              <a:t>bilder</a:t>
            </a:r>
            <a:r>
              <a:rPr lang="en-US"/>
              <a:t> 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81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C1C579-0314-6E6E-3ACD-C77563306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428"/>
            <a:ext cx="12192000" cy="643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90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C8667E-1DA7-04B4-E893-5A284D6F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039"/>
            <a:ext cx="12192000" cy="618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67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82147A-BB8E-39B9-9363-8EAC66528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744"/>
            <a:ext cx="12192000" cy="619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52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88F967-0195-A976-03A4-44C5D168D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45" y="0"/>
            <a:ext cx="11533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84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E3FD8E-58A7-B7BD-DB41-2C35C810D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6"/>
            <a:ext cx="12192000" cy="657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01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D66124-09CB-3F44-7227-112DE4F9C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582"/>
            <a:ext cx="12192000" cy="634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31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918A7E-FAAD-E22A-A7A2-8FADE64FB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10" y="0"/>
            <a:ext cx="11394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58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921720-7299-A346-8BE6-1EAD8C7A4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524"/>
            <a:ext cx="9062720" cy="5678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F4D645-5FDC-A14B-0925-2BB26387E8B3}"/>
              </a:ext>
            </a:extLst>
          </p:cNvPr>
          <p:cNvSpPr txBox="1"/>
          <p:nvPr/>
        </p:nvSpPr>
        <p:spPr>
          <a:xfrm>
            <a:off x="9362965" y="937172"/>
            <a:ext cx="172544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Ikke bruk </a:t>
            </a:r>
            <a:r>
              <a:rPr lang="en-US" err="1"/>
              <a:t>bilder</a:t>
            </a:r>
            <a:r>
              <a:rPr lang="en-US"/>
              <a:t> </a:t>
            </a:r>
            <a:r>
              <a:rPr lang="en-US" err="1"/>
              <a:t>fra</a:t>
            </a:r>
            <a:r>
              <a:rPr lang="en-US"/>
              <a:t> </a:t>
            </a:r>
            <a:r>
              <a:rPr lang="en-US" err="1"/>
              <a:t>menyen</a:t>
            </a:r>
            <a:r>
              <a:rPr lang="en-US"/>
              <a:t>, det er </a:t>
            </a:r>
            <a:r>
              <a:rPr lang="en-US" err="1"/>
              <a:t>bedre</a:t>
            </a:r>
            <a:r>
              <a:rPr lang="en-US"/>
              <a:t> at de </a:t>
            </a:r>
            <a:r>
              <a:rPr lang="en-US" err="1"/>
              <a:t>bruker</a:t>
            </a:r>
            <a:r>
              <a:rPr lang="en-US"/>
              <a:t> </a:t>
            </a:r>
            <a:r>
              <a:rPr lang="en-US" err="1"/>
              <a:t>menye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tlf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at </a:t>
            </a:r>
            <a:r>
              <a:rPr lang="en-US" err="1"/>
              <a:t>dette</a:t>
            </a:r>
            <a:r>
              <a:rPr lang="en-US"/>
              <a:t> </a:t>
            </a:r>
            <a:r>
              <a:rPr lang="en-US" err="1"/>
              <a:t>komme</a:t>
            </a:r>
            <a:r>
              <a:rPr lang="en-US"/>
              <a:t> </a:t>
            </a:r>
            <a:r>
              <a:rPr lang="en-US" err="1"/>
              <a:t>tydelig</a:t>
            </a:r>
            <a:r>
              <a:rPr lang="en-US"/>
              <a:t> </a:t>
            </a:r>
            <a:r>
              <a:rPr lang="en-US" err="1"/>
              <a:t>fr</a:t>
            </a:r>
            <a:r>
              <a:rPr lang="en-US"/>
              <a:t>em at det er </a:t>
            </a:r>
            <a:r>
              <a:rPr lang="en-US" err="1"/>
              <a:t>appen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skal</a:t>
            </a:r>
            <a:r>
              <a:rPr lang="en-US"/>
              <a:t> </a:t>
            </a:r>
            <a:r>
              <a:rPr lang="en-US" err="1"/>
              <a:t>brukes</a:t>
            </a:r>
            <a:r>
              <a:rPr lang="en-US"/>
              <a:t> I e-</a:t>
            </a:r>
            <a:r>
              <a:rPr lang="en-US" err="1"/>
              <a:t>læringen</a:t>
            </a:r>
            <a:r>
              <a:rPr lang="en-US"/>
              <a:t>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55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2910B3-6411-E2B3-9FAD-A75999468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487"/>
            <a:ext cx="7810500" cy="65930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529FD6-B90F-D109-DFE3-AA55DFB3BD3F}"/>
              </a:ext>
            </a:extLst>
          </p:cNvPr>
          <p:cNvSpPr txBox="1"/>
          <p:nvPr/>
        </p:nvSpPr>
        <p:spPr>
          <a:xfrm>
            <a:off x="9205310" y="1269999"/>
            <a:ext cx="21808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Siden slettes </a:t>
            </a:r>
          </a:p>
        </p:txBody>
      </p:sp>
    </p:spTree>
    <p:extLst>
      <p:ext uri="{BB962C8B-B14F-4D97-AF65-F5344CB8AC3E}">
        <p14:creationId xmlns:p14="http://schemas.microsoft.com/office/powerpoint/2010/main" val="1321867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8FDBD6-B7A0-0AE4-4A09-B5D52F686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431"/>
            <a:ext cx="7350125" cy="6245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FFD982-1B81-61CA-8216-5FF1F0CDF969}"/>
              </a:ext>
            </a:extLst>
          </p:cNvPr>
          <p:cNvSpPr txBox="1"/>
          <p:nvPr/>
        </p:nvSpPr>
        <p:spPr>
          <a:xfrm>
            <a:off x="8171793" y="875862"/>
            <a:ext cx="34246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Kan QR </a:t>
            </a:r>
            <a:r>
              <a:rPr lang="en-US" err="1"/>
              <a:t>stå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samme</a:t>
            </a:r>
            <a:r>
              <a:rPr lang="en-US"/>
              <a:t> side? </a:t>
            </a:r>
          </a:p>
          <a:p>
            <a:endParaRPr lang="en-US"/>
          </a:p>
          <a:p>
            <a:r>
              <a:rPr lang="en-US" err="1"/>
              <a:t>Både</a:t>
            </a:r>
            <a:r>
              <a:rPr lang="en-US"/>
              <a:t> </a:t>
            </a:r>
            <a:r>
              <a:rPr lang="en-US" err="1"/>
              <a:t>produkt</a:t>
            </a:r>
            <a:r>
              <a:rPr lang="en-US"/>
              <a:t>, </a:t>
            </a:r>
            <a:r>
              <a:rPr lang="en-US" err="1"/>
              <a:t>mengde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 </a:t>
            </a:r>
            <a:r>
              <a:rPr lang="en-US" err="1"/>
              <a:t>pasient</a:t>
            </a:r>
            <a:r>
              <a:rPr lang="en-US"/>
              <a:t>-ID</a:t>
            </a:r>
          </a:p>
        </p:txBody>
      </p:sp>
    </p:spTree>
    <p:extLst>
      <p:ext uri="{BB962C8B-B14F-4D97-AF65-F5344CB8AC3E}">
        <p14:creationId xmlns:p14="http://schemas.microsoft.com/office/powerpoint/2010/main" val="603726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2882C6-B749-B6D5-A99E-88DB296F6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731"/>
            <a:ext cx="9585614" cy="5818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8AFE78-8AB8-B266-6A27-0273BC554EFB}"/>
              </a:ext>
            </a:extLst>
          </p:cNvPr>
          <p:cNvSpPr txBox="1"/>
          <p:nvPr/>
        </p:nvSpPr>
        <p:spPr>
          <a:xfrm>
            <a:off x="9888681" y="770659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Slettes</a:t>
            </a:r>
          </a:p>
        </p:txBody>
      </p:sp>
    </p:spTree>
    <p:extLst>
      <p:ext uri="{BB962C8B-B14F-4D97-AF65-F5344CB8AC3E}">
        <p14:creationId xmlns:p14="http://schemas.microsoft.com/office/powerpoint/2010/main" val="806029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8C4DB3-CC81-B282-876F-01824558F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744"/>
            <a:ext cx="9144000" cy="6294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A57232-5587-1C96-2D6D-43B66B95CA3B}"/>
              </a:ext>
            </a:extLst>
          </p:cNvPr>
          <p:cNvSpPr txBox="1"/>
          <p:nvPr/>
        </p:nvSpPr>
        <p:spPr>
          <a:xfrm>
            <a:off x="9236263" y="957575"/>
            <a:ext cx="295165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 over </a:t>
            </a:r>
            <a:r>
              <a:rPr lang="en-US" err="1"/>
              <a:t>oppsummeringsbilde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tlf</a:t>
            </a:r>
            <a:r>
              <a:rPr lang="en-US"/>
              <a:t> din</a:t>
            </a:r>
          </a:p>
          <a:p>
            <a:endParaRPr lang="en-US"/>
          </a:p>
          <a:p>
            <a:r>
              <a:rPr lang="en-US"/>
              <a:t>I </a:t>
            </a:r>
            <a:r>
              <a:rPr lang="en-US" err="1"/>
              <a:t>steden</a:t>
            </a:r>
            <a:r>
              <a:rPr lang="en-US"/>
              <a:t> </a:t>
            </a:r>
            <a:r>
              <a:rPr lang="en-US" err="1"/>
              <a:t>for</a:t>
            </a:r>
            <a:r>
              <a:rPr lang="en-US"/>
              <a:t> alt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står</a:t>
            </a:r>
            <a:r>
              <a:rPr lang="en-US"/>
              <a:t> her</a:t>
            </a:r>
          </a:p>
        </p:txBody>
      </p:sp>
    </p:spTree>
    <p:extLst>
      <p:ext uri="{BB962C8B-B14F-4D97-AF65-F5344CB8AC3E}">
        <p14:creationId xmlns:p14="http://schemas.microsoft.com/office/powerpoint/2010/main" val="2039747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AB8597-9545-F384-87FA-6953BAFD5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473"/>
            <a:ext cx="8625840" cy="6317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CD20EF-3CDA-B647-0725-922FE2FF2214}"/>
              </a:ext>
            </a:extLst>
          </p:cNvPr>
          <p:cNvSpPr txBox="1"/>
          <p:nvPr/>
        </p:nvSpPr>
        <p:spPr>
          <a:xfrm>
            <a:off x="8942551" y="700689"/>
            <a:ext cx="27326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Kan det </a:t>
            </a:r>
            <a:r>
              <a:rPr lang="en-US" err="1"/>
              <a:t>være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case her </a:t>
            </a:r>
            <a:r>
              <a:rPr lang="en-US" err="1"/>
              <a:t>som</a:t>
            </a:r>
            <a:r>
              <a:rPr lang="en-US"/>
              <a:t> man ser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tlf</a:t>
            </a:r>
            <a:r>
              <a:rPr lang="en-US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194542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612605-A558-6A81-B473-8919F9C13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0"/>
            <a:ext cx="846182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7B75DF-64D0-023D-DB9D-06F0E5B5A302}"/>
              </a:ext>
            </a:extLst>
          </p:cNvPr>
          <p:cNvSpPr txBox="1"/>
          <p:nvPr/>
        </p:nvSpPr>
        <p:spPr>
          <a:xfrm>
            <a:off x="8767379" y="963448"/>
            <a:ext cx="195317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Her </a:t>
            </a:r>
            <a:r>
              <a:rPr lang="en-US" err="1"/>
              <a:t>kan</a:t>
            </a:r>
            <a:r>
              <a:rPr lang="en-US"/>
              <a:t> man ta inn </a:t>
            </a:r>
            <a:r>
              <a:rPr lang="en-US" err="1"/>
              <a:t>noe</a:t>
            </a:r>
            <a:r>
              <a:rPr lang="en-US"/>
              <a:t> om </a:t>
            </a:r>
            <a:r>
              <a:rPr lang="en-US" err="1"/>
              <a:t>dobbelkontroll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dette</a:t>
            </a:r>
            <a:r>
              <a:rPr lang="en-US"/>
              <a:t> å </a:t>
            </a:r>
            <a:r>
              <a:rPr lang="en-US" err="1"/>
              <a:t>utsette</a:t>
            </a:r>
            <a:r>
              <a:rPr lang="en-US"/>
              <a:t> </a:t>
            </a:r>
            <a:r>
              <a:rPr lang="en-US" err="1"/>
              <a:t>og</a:t>
            </a:r>
            <a:r>
              <a:rPr lang="en-US"/>
              <a:t> det å </a:t>
            </a:r>
            <a:r>
              <a:rPr lang="en-US" err="1"/>
              <a:t>gjøre</a:t>
            </a:r>
            <a:r>
              <a:rPr lang="en-US"/>
              <a:t> med </a:t>
            </a:r>
            <a:r>
              <a:rPr lang="en-US" err="1"/>
              <a:t>en</a:t>
            </a:r>
            <a:r>
              <a:rPr lang="en-US"/>
              <a:t> gang </a:t>
            </a:r>
            <a:r>
              <a:rPr lang="en-US" err="1"/>
              <a:t>som</a:t>
            </a:r>
            <a:r>
              <a:rPr lang="en-US"/>
              <a:t> var I </a:t>
            </a:r>
            <a:r>
              <a:rPr lang="en-US" err="1"/>
              <a:t>kappitelet</a:t>
            </a:r>
            <a:r>
              <a:rPr lang="en-US"/>
              <a:t> om </a:t>
            </a:r>
            <a:r>
              <a:rPr lang="en-US" err="1"/>
              <a:t>dobbelt</a:t>
            </a:r>
            <a:r>
              <a:rPr lang="en-US"/>
              <a:t> </a:t>
            </a:r>
            <a:r>
              <a:rPr lang="en-US" err="1"/>
              <a:t>kontroll</a:t>
            </a: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031874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C9C618-567E-EC60-F433-3B4E63A25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265"/>
            <a:ext cx="12192000" cy="656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67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417EA0-9065-1343-5DDA-F3FEB42FF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86" y="0"/>
            <a:ext cx="964642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646939-C3EF-97AB-AAC1-FA785D792C95}"/>
              </a:ext>
            </a:extLst>
          </p:cNvPr>
          <p:cNvSpPr txBox="1"/>
          <p:nvPr/>
        </p:nvSpPr>
        <p:spPr>
          <a:xfrm>
            <a:off x="10230068" y="630621"/>
            <a:ext cx="19356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Igjen</a:t>
            </a:r>
            <a:r>
              <a:rPr lang="en-US"/>
              <a:t> er </a:t>
            </a:r>
            <a:r>
              <a:rPr lang="en-US" err="1"/>
              <a:t>bilde</a:t>
            </a:r>
            <a:r>
              <a:rPr lang="en-US"/>
              <a:t> av </a:t>
            </a:r>
            <a:r>
              <a:rPr lang="en-US" err="1"/>
              <a:t>appen</a:t>
            </a:r>
            <a:r>
              <a:rPr lang="en-US"/>
              <a:t> </a:t>
            </a:r>
            <a:r>
              <a:rPr lang="en-US" err="1"/>
              <a:t>dette</a:t>
            </a:r>
            <a:r>
              <a:rPr lang="en-US"/>
              <a:t> </a:t>
            </a:r>
            <a:r>
              <a:rPr lang="en-US" err="1"/>
              <a:t>må</a:t>
            </a:r>
            <a:r>
              <a:rPr lang="en-US"/>
              <a:t> vi </a:t>
            </a:r>
            <a:r>
              <a:rPr lang="en-US" err="1"/>
              <a:t>prøve</a:t>
            </a:r>
            <a:r>
              <a:rPr lang="en-US"/>
              <a:t> å </a:t>
            </a:r>
            <a:r>
              <a:rPr lang="en-US" err="1"/>
              <a:t>unngå</a:t>
            </a: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45265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F7A304-F47A-5ED8-ED99-E89957BC5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63" y="0"/>
            <a:ext cx="955315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FD5144-42D3-58BD-5F1C-1ACD2236F5BB}"/>
              </a:ext>
            </a:extLst>
          </p:cNvPr>
          <p:cNvSpPr txBox="1"/>
          <p:nvPr/>
        </p:nvSpPr>
        <p:spPr>
          <a:xfrm>
            <a:off x="8478694" y="420413"/>
            <a:ext cx="349433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Her </a:t>
            </a:r>
            <a:r>
              <a:rPr lang="en-US" err="1"/>
              <a:t>skal</a:t>
            </a:r>
            <a:r>
              <a:rPr lang="en-US"/>
              <a:t> du </a:t>
            </a:r>
            <a:r>
              <a:rPr lang="en-US" err="1"/>
              <a:t>gjøre</a:t>
            </a:r>
            <a:r>
              <a:rPr lang="en-US"/>
              <a:t> </a:t>
            </a:r>
            <a:r>
              <a:rPr lang="en-US" err="1"/>
              <a:t>uttak</a:t>
            </a:r>
            <a:r>
              <a:rPr lang="en-US"/>
              <a:t> med </a:t>
            </a:r>
            <a:r>
              <a:rPr lang="en-US" err="1"/>
              <a:t>avvik</a:t>
            </a:r>
            <a:r>
              <a:rPr lang="en-US"/>
              <a:t>. </a:t>
            </a:r>
            <a:r>
              <a:rPr lang="en-US" err="1"/>
              <a:t>Bør</a:t>
            </a:r>
            <a:r>
              <a:rPr lang="en-US"/>
              <a:t> </a:t>
            </a:r>
            <a:r>
              <a:rPr lang="en-US" err="1"/>
              <a:t>komme</a:t>
            </a:r>
            <a:r>
              <a:rPr lang="en-US"/>
              <a:t> </a:t>
            </a:r>
            <a:r>
              <a:rPr lang="en-US" err="1"/>
              <a:t>tydeligere</a:t>
            </a:r>
            <a:r>
              <a:rPr lang="en-US"/>
              <a:t> </a:t>
            </a:r>
            <a:r>
              <a:rPr lang="en-US" err="1"/>
              <a:t>frem</a:t>
            </a:r>
            <a:r>
              <a:rPr lang="en-US"/>
              <a:t>, da det ser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man </a:t>
            </a:r>
            <a:r>
              <a:rPr lang="en-US" err="1"/>
              <a:t>skal</a:t>
            </a:r>
            <a:r>
              <a:rPr lang="en-US"/>
              <a:t> </a:t>
            </a:r>
            <a:r>
              <a:rPr lang="en-US" err="1"/>
              <a:t>gjøre</a:t>
            </a:r>
            <a:r>
              <a:rPr lang="en-US"/>
              <a:t> det </a:t>
            </a:r>
            <a:r>
              <a:rPr lang="en-US" err="1"/>
              <a:t>samme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gang </a:t>
            </a:r>
            <a:r>
              <a:rPr lang="en-US" err="1"/>
              <a:t>til</a:t>
            </a:r>
            <a:r>
              <a:rPr lang="en-US"/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Igjen</a:t>
            </a:r>
            <a:r>
              <a:rPr lang="en-US"/>
              <a:t> </a:t>
            </a:r>
            <a:r>
              <a:rPr lang="en-US" err="1"/>
              <a:t>børe</a:t>
            </a:r>
            <a:r>
              <a:rPr lang="en-US"/>
              <a:t> det </a:t>
            </a:r>
            <a:r>
              <a:rPr lang="en-US" err="1"/>
              <a:t>være</a:t>
            </a:r>
            <a:r>
              <a:rPr lang="en-US"/>
              <a:t> </a:t>
            </a:r>
            <a:r>
              <a:rPr lang="en-US" err="1"/>
              <a:t>oppfølgeign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tlf</a:t>
            </a:r>
            <a:r>
              <a:rPr lang="en-US"/>
              <a:t> I </a:t>
            </a:r>
            <a:r>
              <a:rPr lang="en-US" err="1"/>
              <a:t>steden</a:t>
            </a:r>
            <a:r>
              <a:rPr lang="en-US"/>
              <a:t> for I e-</a:t>
            </a:r>
            <a:r>
              <a:rPr lang="en-US" err="1"/>
              <a:t>læringen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Her </a:t>
            </a:r>
            <a:r>
              <a:rPr lang="en-US" err="1"/>
              <a:t>kan</a:t>
            </a:r>
            <a:r>
              <a:rPr lang="en-US"/>
              <a:t> vi </a:t>
            </a:r>
            <a:r>
              <a:rPr lang="en-US" err="1"/>
              <a:t>gjøre</a:t>
            </a:r>
            <a:r>
              <a:rPr lang="en-US"/>
              <a:t> det </a:t>
            </a:r>
            <a:r>
              <a:rPr lang="en-US" err="1"/>
              <a:t>slik</a:t>
            </a:r>
            <a:r>
              <a:rPr lang="en-US"/>
              <a:t> at man tar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oxynorm</a:t>
            </a:r>
            <a:r>
              <a:rPr lang="en-US"/>
              <a:t> 5 </a:t>
            </a:r>
            <a:r>
              <a:rPr lang="en-US" err="1"/>
              <a:t>mng</a:t>
            </a:r>
            <a:r>
              <a:rPr lang="en-US"/>
              <a:t> </a:t>
            </a:r>
            <a:r>
              <a:rPr lang="en-US" err="1"/>
              <a:t>også</a:t>
            </a:r>
            <a:r>
              <a:rPr lang="en-US"/>
              <a:t> </a:t>
            </a:r>
            <a:r>
              <a:rPr lang="en-US" err="1"/>
              <a:t>oppdager</a:t>
            </a:r>
            <a:r>
              <a:rPr lang="en-US"/>
              <a:t> man at et er </a:t>
            </a:r>
            <a:r>
              <a:rPr lang="en-US" err="1"/>
              <a:t>en</a:t>
            </a:r>
            <a:r>
              <a:rPr lang="en-US"/>
              <a:t> for lite </a:t>
            </a:r>
            <a:r>
              <a:rPr lang="en-US" err="1"/>
              <a:t>igjen</a:t>
            </a:r>
            <a:r>
              <a:rPr lang="en-US"/>
              <a:t>. I </a:t>
            </a:r>
            <a:r>
              <a:rPr lang="en-US" err="1"/>
              <a:t>steden</a:t>
            </a:r>
            <a:r>
              <a:rPr lang="en-US"/>
              <a:t> for to </a:t>
            </a:r>
            <a:r>
              <a:rPr lang="en-US" err="1"/>
              <a:t>uttak</a:t>
            </a:r>
            <a:r>
              <a:rPr lang="en-US"/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Dermed</a:t>
            </a:r>
            <a:r>
              <a:rPr lang="en-US"/>
              <a:t> lager vi </a:t>
            </a:r>
            <a:r>
              <a:rPr lang="en-US" err="1"/>
              <a:t>noen</a:t>
            </a:r>
            <a:r>
              <a:rPr lang="en-US"/>
              <a:t> </a:t>
            </a:r>
            <a:r>
              <a:rPr lang="en-US" err="1"/>
              <a:t>færre</a:t>
            </a:r>
            <a:r>
              <a:rPr lang="en-US"/>
              <a:t> </a:t>
            </a:r>
            <a:r>
              <a:rPr lang="en-US" err="1"/>
              <a:t>trykk</a:t>
            </a:r>
            <a:r>
              <a:rPr lang="en-US"/>
              <a:t> for </a:t>
            </a:r>
            <a:r>
              <a:rPr lang="en-US" err="1"/>
              <a:t>oss</a:t>
            </a:r>
            <a:r>
              <a:rPr lang="en-US"/>
              <a:t>. Her </a:t>
            </a:r>
            <a:r>
              <a:rPr lang="en-US" err="1"/>
              <a:t>kan</a:t>
            </a:r>
            <a:r>
              <a:rPr lang="en-US"/>
              <a:t> det </a:t>
            </a:r>
            <a:r>
              <a:rPr lang="en-US" err="1"/>
              <a:t>også</a:t>
            </a:r>
            <a:r>
              <a:rPr lang="en-US"/>
              <a:t> </a:t>
            </a:r>
            <a:r>
              <a:rPr lang="en-US" err="1"/>
              <a:t>stå</a:t>
            </a:r>
            <a:r>
              <a:rPr lang="en-US"/>
              <a:t> </a:t>
            </a:r>
            <a:r>
              <a:rPr lang="en-US" err="1"/>
              <a:t>dette</a:t>
            </a:r>
            <a:r>
              <a:rPr lang="en-US"/>
              <a:t> med </a:t>
            </a:r>
            <a:r>
              <a:rPr lang="en-US" err="1"/>
              <a:t>dobbeltkontroll</a:t>
            </a:r>
            <a:r>
              <a:rPr lang="en-US"/>
              <a:t> </a:t>
            </a:r>
            <a:r>
              <a:rPr lang="en-US" err="1"/>
              <a:t>ved</a:t>
            </a:r>
            <a:r>
              <a:rPr lang="en-US"/>
              <a:t> </a:t>
            </a:r>
            <a:r>
              <a:rPr lang="en-US" err="1"/>
              <a:t>svi</a:t>
            </a:r>
            <a:r>
              <a:rPr lang="en-US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026926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95A84D-C1B7-8A90-B580-8B1272982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26" y="0"/>
            <a:ext cx="11264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84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CCBAD7-F19C-97C4-2270-162854B3D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31" y="0"/>
            <a:ext cx="11232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10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950E34-8883-90E7-B8BC-59B8B31C4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63" y="0"/>
            <a:ext cx="11867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03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C44FE2-6FD0-4C22-4972-818B70AF5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191"/>
            <a:ext cx="12192000" cy="616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28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266373-CB46-D5CF-D030-92B771A00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3" y="0"/>
            <a:ext cx="11946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16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46D6C8-7AE8-657B-4CAA-B221F8304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92"/>
            <a:ext cx="12192000" cy="636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43A85D-9251-F1C0-A87D-8CADED425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04775"/>
            <a:ext cx="12115800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338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A94D91-2EF7-C496-4EA4-A1E33468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520"/>
            <a:ext cx="12192000" cy="66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771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2CDE23-EC6D-EE4D-F838-7365C04AD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16" y="0"/>
            <a:ext cx="11424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044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494598-AA5D-8B2C-1428-F95D23486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01"/>
            <a:ext cx="12192000" cy="67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80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A70FFB-20F3-C62D-B91F-6FFFDC2CC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695"/>
            <a:ext cx="12192000" cy="61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893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AD739F-6013-DDEE-E089-2F0664F2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78"/>
            <a:ext cx="12192000" cy="661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999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2EDED4-2B07-13B9-861F-A1C5637E7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64"/>
            <a:ext cx="12192000" cy="676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56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C9B245-621E-2278-E2F0-B3A8A0951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0963"/>
            <a:ext cx="1163955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049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2B38DC-C966-17F0-858E-92412B553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419100"/>
            <a:ext cx="1213485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896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A4A344-D766-A818-A236-FCE7E70D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71450"/>
            <a:ext cx="119253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341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217F29-B67F-C03F-EAA3-7DEDA78D2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63" y="0"/>
            <a:ext cx="11704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938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501C25-DAC7-411C-3994-9F2959A9C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540" y="0"/>
            <a:ext cx="9602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48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57E429-552D-F697-883F-7FD02D81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" y="0"/>
            <a:ext cx="12181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030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074512-7296-DCA9-F258-9AB9E6F48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805"/>
            <a:ext cx="9916160" cy="6398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57E0AD-AD25-6CB8-7872-9BC48B37E2C1}"/>
              </a:ext>
            </a:extLst>
          </p:cNvPr>
          <p:cNvSpPr txBox="1"/>
          <p:nvPr/>
        </p:nvSpPr>
        <p:spPr>
          <a:xfrm>
            <a:off x="10273861" y="884620"/>
            <a:ext cx="157655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/>
              <a:t>Retur</a:t>
            </a:r>
            <a:r>
              <a:rPr lang="en-US"/>
              <a:t>. </a:t>
            </a:r>
            <a:r>
              <a:rPr lang="en-US" err="1"/>
              <a:t>Også</a:t>
            </a:r>
            <a:r>
              <a:rPr lang="en-US"/>
              <a:t> her be </a:t>
            </a:r>
            <a:r>
              <a:rPr lang="en-US" err="1"/>
              <a:t>medarbeider</a:t>
            </a:r>
            <a:r>
              <a:rPr lang="en-US"/>
              <a:t> </a:t>
            </a:r>
            <a:r>
              <a:rPr lang="en-US" err="1"/>
              <a:t>følge</a:t>
            </a:r>
            <a:r>
              <a:rPr lang="en-US"/>
              <a:t> </a:t>
            </a:r>
            <a:r>
              <a:rPr lang="en-US" err="1"/>
              <a:t>appen</a:t>
            </a:r>
            <a:r>
              <a:rPr lang="en-US"/>
              <a:t> 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ikke</a:t>
            </a:r>
            <a:r>
              <a:rPr lang="en-US"/>
              <a:t> se for </a:t>
            </a:r>
            <a:r>
              <a:rPr lang="en-US" err="1"/>
              <a:t>mye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pc </a:t>
            </a:r>
          </a:p>
        </p:txBody>
      </p:sp>
    </p:spTree>
    <p:extLst>
      <p:ext uri="{BB962C8B-B14F-4D97-AF65-F5344CB8AC3E}">
        <p14:creationId xmlns:p14="http://schemas.microsoft.com/office/powerpoint/2010/main" val="29639642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EB7A9A-1689-9313-C2A3-5E7AB975A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19"/>
            <a:ext cx="12192000" cy="663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808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43869A-0BEC-F7A2-101D-57B67C992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132"/>
            <a:ext cx="12192000" cy="583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501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25F702-EC04-35ED-ACD0-B634FD0C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8950960" cy="609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543994-FBB7-C3E1-3624-32CFE105B56F}"/>
              </a:ext>
            </a:extLst>
          </p:cNvPr>
          <p:cNvSpPr txBox="1"/>
          <p:nvPr/>
        </p:nvSpPr>
        <p:spPr>
          <a:xfrm>
            <a:off x="9546896" y="1042275"/>
            <a:ext cx="215462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Kan QR </a:t>
            </a:r>
            <a:r>
              <a:rPr lang="en-US" err="1"/>
              <a:t>stå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side ? 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Det </a:t>
            </a:r>
            <a:r>
              <a:rPr lang="en-US" err="1"/>
              <a:t>kan</a:t>
            </a:r>
            <a:r>
              <a:rPr lang="en-US"/>
              <a:t> </a:t>
            </a:r>
            <a:r>
              <a:rPr lang="en-US" err="1"/>
              <a:t>også</a:t>
            </a:r>
            <a:r>
              <a:rPr lang="en-US"/>
              <a:t> </a:t>
            </a:r>
            <a:r>
              <a:rPr lang="en-US" err="1"/>
              <a:t>stå</a:t>
            </a:r>
            <a:r>
              <a:rPr lang="en-US"/>
              <a:t> 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kommentar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at det er </a:t>
            </a:r>
            <a:r>
              <a:rPr lang="en-US" err="1"/>
              <a:t>også</a:t>
            </a:r>
            <a:r>
              <a:rPr lang="en-US"/>
              <a:t> </a:t>
            </a:r>
            <a:r>
              <a:rPr lang="en-US" err="1"/>
              <a:t>mulighet</a:t>
            </a:r>
            <a:r>
              <a:rPr lang="en-US"/>
              <a:t> å </a:t>
            </a:r>
            <a:r>
              <a:rPr lang="en-US" err="1"/>
              <a:t>returnere</a:t>
            </a:r>
            <a:r>
              <a:rPr lang="en-US"/>
              <a:t> </a:t>
            </a:r>
            <a:r>
              <a:rPr lang="en-US" err="1"/>
              <a:t>uten</a:t>
            </a:r>
            <a:r>
              <a:rPr lang="en-US"/>
              <a:t> id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samme</a:t>
            </a:r>
            <a:r>
              <a:rPr lang="en-US"/>
              <a:t> side </a:t>
            </a:r>
            <a:r>
              <a:rPr lang="en-US" err="1"/>
              <a:t>som</a:t>
            </a:r>
            <a:r>
              <a:rPr lang="en-US"/>
              <a:t> pas </a:t>
            </a:r>
            <a:r>
              <a:rPr lang="en-US" err="1"/>
              <a:t>navnet</a:t>
            </a:r>
            <a:r>
              <a:rPr lang="en-US"/>
              <a:t> </a:t>
            </a:r>
            <a:r>
              <a:rPr lang="en-US" err="1"/>
              <a:t>feks</a:t>
            </a:r>
            <a:r>
              <a:rPr lang="en-US"/>
              <a:t> 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588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7B2926-FBB8-AED3-7209-18BEEFFE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939"/>
            <a:ext cx="12192000" cy="664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689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A68D8B-ABD1-9948-6D0C-D2860CCC7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" y="0"/>
            <a:ext cx="12124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540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5CF8C9-1C4F-D2C5-F644-9AFEC229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118"/>
            <a:ext cx="12192000" cy="640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790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3D3387-9082-4273-0C73-474F1CF36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19" y="0"/>
            <a:ext cx="11791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547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B781AD-D45B-AD99-7465-222251CCF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406"/>
            <a:ext cx="12192000" cy="625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791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47A74C-1131-4441-DA3E-8FCBD1243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309"/>
            <a:ext cx="12192000" cy="651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303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04F41E-BF10-6F30-7357-5C54D0566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196"/>
            <a:ext cx="12192000" cy="602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111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746404-6D38-86EB-4B9F-79F51B78D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40" y="0"/>
            <a:ext cx="11944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040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706C5D-F987-D527-1968-A40D0F01D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48" y="0"/>
            <a:ext cx="11661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555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778527-213F-89F4-2891-0AE5F1ECF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41" y="0"/>
            <a:ext cx="10074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622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F5925-4BBE-50BD-D9DB-6295745DB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"/>
            <a:ext cx="9012498" cy="68571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3748E4-3DAA-8AFC-7089-A8BC0AEED357}"/>
              </a:ext>
            </a:extLst>
          </p:cNvPr>
          <p:cNvSpPr txBox="1"/>
          <p:nvPr/>
        </p:nvSpPr>
        <p:spPr>
          <a:xfrm>
            <a:off x="9390634" y="285451"/>
            <a:ext cx="193565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Her er det </a:t>
            </a:r>
            <a:r>
              <a:rPr lang="en-US" err="1"/>
              <a:t>mye</a:t>
            </a:r>
            <a:r>
              <a:rPr lang="en-US"/>
              <a:t> bra, Ikke </a:t>
            </a:r>
            <a:r>
              <a:rPr lang="en-US" err="1"/>
              <a:t>lagt</a:t>
            </a:r>
            <a:r>
              <a:rPr lang="en-US"/>
              <a:t> inn alle </a:t>
            </a:r>
            <a:r>
              <a:rPr lang="en-US" err="1"/>
              <a:t>bilder</a:t>
            </a:r>
            <a:r>
              <a:rPr lang="en-US"/>
              <a:t>.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bilde</a:t>
            </a:r>
            <a:r>
              <a:rPr lang="en-US"/>
              <a:t> 21 </a:t>
            </a:r>
            <a:r>
              <a:rPr lang="en-US" err="1"/>
              <a:t>bør</a:t>
            </a:r>
            <a:r>
              <a:rPr lang="en-US"/>
              <a:t> </a:t>
            </a:r>
            <a:r>
              <a:rPr lang="en-US" err="1"/>
              <a:t>tas</a:t>
            </a:r>
            <a:r>
              <a:rPr lang="en-US"/>
              <a:t> bort. </a:t>
            </a:r>
          </a:p>
          <a:p>
            <a:endParaRPr lang="en-US"/>
          </a:p>
          <a:p>
            <a:r>
              <a:rPr lang="en-US" err="1"/>
              <a:t>Bør</a:t>
            </a:r>
            <a:r>
              <a:rPr lang="en-US"/>
              <a:t> </a:t>
            </a:r>
            <a:r>
              <a:rPr lang="en-US" err="1"/>
              <a:t>kanskje</a:t>
            </a:r>
            <a:r>
              <a:rPr lang="en-US"/>
              <a:t> </a:t>
            </a:r>
            <a:r>
              <a:rPr lang="en-US" err="1"/>
              <a:t>slå</a:t>
            </a:r>
            <a:r>
              <a:rPr lang="en-US"/>
              <a:t> </a:t>
            </a:r>
            <a:r>
              <a:rPr lang="en-US" err="1"/>
              <a:t>sammen</a:t>
            </a:r>
            <a:r>
              <a:rPr lang="en-US"/>
              <a:t> </a:t>
            </a:r>
            <a:r>
              <a:rPr lang="en-US" err="1"/>
              <a:t>noen</a:t>
            </a:r>
            <a:r>
              <a:rPr lang="en-US"/>
              <a:t> av </a:t>
            </a:r>
            <a:r>
              <a:rPr lang="en-US" err="1"/>
              <a:t>bildene</a:t>
            </a:r>
            <a:r>
              <a:rPr lang="en-US"/>
              <a:t>,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075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568DAA-56FC-7082-FB03-29FECC978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640"/>
            <a:ext cx="9578051" cy="6472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DF722-A456-C9BB-5DD1-B8E4C573A277}"/>
              </a:ext>
            </a:extLst>
          </p:cNvPr>
          <p:cNvSpPr txBox="1"/>
          <p:nvPr/>
        </p:nvSpPr>
        <p:spPr>
          <a:xfrm>
            <a:off x="8963616" y="338038"/>
            <a:ext cx="322605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Her </a:t>
            </a:r>
            <a:r>
              <a:rPr lang="en-US" err="1"/>
              <a:t>kunne</a:t>
            </a:r>
            <a:r>
              <a:rPr lang="en-US"/>
              <a:t> det ha </a:t>
            </a:r>
            <a:r>
              <a:rPr lang="en-US" err="1"/>
              <a:t>stått</a:t>
            </a:r>
            <a:r>
              <a:rPr lang="en-US"/>
              <a:t> at man </a:t>
            </a:r>
            <a:r>
              <a:rPr lang="en-US" err="1"/>
              <a:t>går</a:t>
            </a:r>
            <a:r>
              <a:rPr lang="en-US"/>
              <a:t> inn </a:t>
            </a:r>
            <a:r>
              <a:rPr lang="en-US" err="1"/>
              <a:t>i</a:t>
            </a:r>
            <a:r>
              <a:rPr lang="en-US"/>
              <a:t> </a:t>
            </a:r>
            <a:r>
              <a:rPr lang="en-US" err="1"/>
              <a:t>oversikten</a:t>
            </a:r>
            <a:r>
              <a:rPr lang="en-US"/>
              <a:t> å ser </a:t>
            </a:r>
            <a:r>
              <a:rPr lang="en-US" err="1"/>
              <a:t>og</a:t>
            </a:r>
            <a:r>
              <a:rPr lang="en-US"/>
              <a:t> </a:t>
            </a:r>
            <a:r>
              <a:rPr lang="en-US" err="1"/>
              <a:t>ikke</a:t>
            </a:r>
            <a:r>
              <a:rPr lang="en-US"/>
              <a:t> </a:t>
            </a:r>
            <a:r>
              <a:rPr lang="en-US" err="1"/>
              <a:t>bruker</a:t>
            </a:r>
            <a:r>
              <a:rPr lang="en-US"/>
              <a:t> </a:t>
            </a:r>
            <a:r>
              <a:rPr lang="en-US" err="1"/>
              <a:t>bilde</a:t>
            </a:r>
            <a:r>
              <a:rPr lang="en-US"/>
              <a:t> 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/>
              <a:t>Dobbeltkontroll</a:t>
            </a:r>
            <a:r>
              <a:rPr lang="en-US"/>
              <a:t>. Kan </a:t>
            </a:r>
            <a:r>
              <a:rPr lang="en-US" err="1"/>
              <a:t>kurset</a:t>
            </a:r>
            <a:r>
              <a:rPr lang="en-US"/>
              <a:t> </a:t>
            </a:r>
            <a:r>
              <a:rPr lang="en-US" err="1"/>
              <a:t>gjør</a:t>
            </a:r>
            <a:r>
              <a:rPr lang="en-US"/>
              <a:t> </a:t>
            </a:r>
            <a:r>
              <a:rPr lang="en-US" err="1"/>
              <a:t>slik</a:t>
            </a:r>
            <a:r>
              <a:rPr lang="en-US"/>
              <a:t> at man </a:t>
            </a:r>
            <a:r>
              <a:rPr lang="en-US" err="1"/>
              <a:t>gjør</a:t>
            </a:r>
            <a:r>
              <a:rPr lang="en-US"/>
              <a:t> </a:t>
            </a:r>
            <a:r>
              <a:rPr lang="en-US" err="1"/>
              <a:t>dobbelkontrol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noe</a:t>
            </a:r>
            <a:r>
              <a:rPr lang="en-US"/>
              <a:t> </a:t>
            </a:r>
            <a:r>
              <a:rPr lang="en-US" err="1"/>
              <a:t>andres</a:t>
            </a:r>
            <a:r>
              <a:rPr lang="en-US"/>
              <a:t>? Der  er </a:t>
            </a:r>
            <a:r>
              <a:rPr lang="en-US" err="1"/>
              <a:t>dumt</a:t>
            </a:r>
            <a:r>
              <a:rPr lang="en-US"/>
              <a:t> å "</a:t>
            </a:r>
            <a:r>
              <a:rPr lang="en-US" err="1"/>
              <a:t>dobbelkontroller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seg </a:t>
            </a:r>
            <a:r>
              <a:rPr lang="en-US" err="1"/>
              <a:t>selv</a:t>
            </a:r>
            <a:r>
              <a:rPr lang="en-US"/>
              <a:t>? 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De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står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fane </a:t>
            </a:r>
            <a:r>
              <a:rPr lang="en-US" err="1"/>
              <a:t>avvik</a:t>
            </a:r>
            <a:r>
              <a:rPr lang="en-US"/>
              <a:t>, </a:t>
            </a:r>
            <a:r>
              <a:rPr lang="en-US" err="1"/>
              <a:t>kan</a:t>
            </a:r>
            <a:r>
              <a:rPr lang="en-US"/>
              <a:t> </a:t>
            </a:r>
            <a:r>
              <a:rPr lang="en-US" err="1"/>
              <a:t>kanskje</a:t>
            </a:r>
            <a:r>
              <a:rPr lang="en-US"/>
              <a:t> bare </a:t>
            </a:r>
            <a:r>
              <a:rPr lang="en-US" err="1"/>
              <a:t>skrive</a:t>
            </a:r>
            <a:r>
              <a:rPr lang="en-US"/>
              <a:t>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ikke</a:t>
            </a:r>
            <a:r>
              <a:rPr lang="en-US"/>
              <a:t> </a:t>
            </a:r>
            <a:r>
              <a:rPr lang="en-US" err="1"/>
              <a:t>lage</a:t>
            </a:r>
            <a:r>
              <a:rPr lang="en-US"/>
              <a:t> </a:t>
            </a:r>
            <a:r>
              <a:rPr lang="en-US" err="1"/>
              <a:t>egne</a:t>
            </a:r>
            <a:r>
              <a:rPr lang="en-US"/>
              <a:t> </a:t>
            </a:r>
            <a:r>
              <a:rPr lang="en-US" err="1"/>
              <a:t>bilder</a:t>
            </a:r>
            <a:r>
              <a:rPr lang="en-US"/>
              <a:t>?? 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730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480474-AB84-457C-5A95-07E4581CB89E}"/>
              </a:ext>
            </a:extLst>
          </p:cNvPr>
          <p:cNvSpPr txBox="1"/>
          <p:nvPr/>
        </p:nvSpPr>
        <p:spPr>
          <a:xfrm>
            <a:off x="770758" y="718206"/>
            <a:ext cx="372241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b="1"/>
              <a:t>Overføre til underlager</a:t>
            </a:r>
          </a:p>
          <a:p>
            <a:endParaRPr lang="nb-NO"/>
          </a:p>
          <a:p>
            <a:pPr marL="285750" indent="-285750">
              <a:buFont typeface="Calibri"/>
              <a:buChar char="-"/>
            </a:pPr>
            <a:r>
              <a:rPr lang="nb-NO"/>
              <a:t>Må ikke overfør til underlag akutt tralle. Dette kan være indiviudeller forskjeller, her må det overføres til tralle </a:t>
            </a:r>
          </a:p>
          <a:p>
            <a:pPr marL="285750" indent="-285750">
              <a:buFont typeface="Calibri"/>
              <a:buChar char="-"/>
            </a:pPr>
            <a:endParaRPr lang="nb-N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D61E7-6F75-5CC5-5437-9B0B2DCE01B1}"/>
              </a:ext>
            </a:extLst>
          </p:cNvPr>
          <p:cNvSpPr txBox="1"/>
          <p:nvPr/>
        </p:nvSpPr>
        <p:spPr>
          <a:xfrm>
            <a:off x="6069723" y="849585"/>
            <a:ext cx="320565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b="1"/>
              <a:t>Kasser små resterer, </a:t>
            </a:r>
          </a:p>
          <a:p>
            <a:endParaRPr lang="nb-NO"/>
          </a:p>
          <a:p>
            <a:r>
              <a:rPr lang="nb-NO"/>
              <a:t>Side 2 holder resten kan tas bort  </a:t>
            </a:r>
          </a:p>
          <a:p>
            <a:r>
              <a:rPr lang="nb-NO"/>
              <a:t>La de gå inn I appen og prøve selv </a:t>
            </a:r>
          </a:p>
          <a:p>
            <a:endParaRPr lang="nb-NO"/>
          </a:p>
          <a:p>
            <a:r>
              <a:rPr lang="nb-NO"/>
              <a:t>Dobbelkontrollen må komme frem her altså side 6 er viktig I dette tilfellet</a:t>
            </a: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924640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4C72C7-8CB7-54F0-1226-C3ED2CE0D3B5}"/>
              </a:ext>
            </a:extLst>
          </p:cNvPr>
          <p:cNvSpPr txBox="1"/>
          <p:nvPr/>
        </p:nvSpPr>
        <p:spPr>
          <a:xfrm>
            <a:off x="525517" y="595586"/>
            <a:ext cx="478220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b="1"/>
              <a:t>Lån til annen enhet </a:t>
            </a:r>
          </a:p>
          <a:p>
            <a:endParaRPr lang="nb-NO"/>
          </a:p>
          <a:p>
            <a:r>
              <a:rPr lang="nb-NO"/>
              <a:t>Side 2 av 11 prikk punkter er god </a:t>
            </a:r>
          </a:p>
          <a:p>
            <a:r>
              <a:rPr lang="nb-NO"/>
              <a:t>Appen med QR kode eller lapp QR kode </a:t>
            </a:r>
          </a:p>
          <a:p>
            <a:endParaRPr lang="nb-NO"/>
          </a:p>
          <a:p>
            <a:r>
              <a:rPr lang="nb-NO"/>
              <a:t>Her må det gjøres i appen </a:t>
            </a:r>
          </a:p>
          <a:p>
            <a:endParaRPr lang="nb-NO"/>
          </a:p>
          <a:p>
            <a:r>
              <a:rPr lang="nb-NO"/>
              <a:t>Side 10 og 11 er ikke noe poeng med </a:t>
            </a:r>
          </a:p>
          <a:p>
            <a:endParaRPr lang="nb-NO"/>
          </a:p>
          <a:p>
            <a:r>
              <a:rPr lang="nb-NO"/>
              <a:t>Det som må komme frem er at Mottaker-avdelingen får en ny signeringsoppgave på sitt lager som er dobeltsignering for innlån. Denne må signeres av en tredje bruker.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F5B87-71DD-E832-F83F-63701E9E07FE}"/>
              </a:ext>
            </a:extLst>
          </p:cNvPr>
          <p:cNvSpPr txBox="1"/>
          <p:nvPr/>
        </p:nvSpPr>
        <p:spPr>
          <a:xfrm>
            <a:off x="6323724" y="884620"/>
            <a:ext cx="465958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Kontroll</a:t>
            </a:r>
            <a:r>
              <a:rPr lang="en-US" b="1"/>
              <a:t> av beholding 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Har man </a:t>
            </a:r>
            <a:r>
              <a:rPr lang="en-US" err="1"/>
              <a:t>lagt</a:t>
            </a:r>
            <a:r>
              <a:rPr lang="en-US"/>
              <a:t> inn </a:t>
            </a:r>
            <a:r>
              <a:rPr lang="en-US" err="1"/>
              <a:t>hvordan</a:t>
            </a:r>
            <a:r>
              <a:rPr lang="en-US"/>
              <a:t> man </a:t>
            </a:r>
            <a:r>
              <a:rPr lang="en-US" err="1"/>
              <a:t>signere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gang holder det</a:t>
            </a:r>
            <a:r>
              <a:rPr lang="en-US" b="1"/>
              <a:t> </a:t>
            </a:r>
          </a:p>
          <a:p>
            <a:pPr marL="285750" indent="-285750">
              <a:buFont typeface="Arial"/>
              <a:buChar char="•"/>
            </a:pPr>
            <a:endParaRPr lang="en-US" b="1"/>
          </a:p>
          <a:p>
            <a:pPr marL="285750" indent="-285750">
              <a:buFont typeface="Arial"/>
              <a:buChar char="•"/>
            </a:pPr>
            <a:endParaRPr lang="en-US" b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9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33F9F9174F23419EECFA265B02C208" ma:contentTypeVersion="6" ma:contentTypeDescription="Create a new document." ma:contentTypeScope="" ma:versionID="c2e2d1e225ffb4d94047f32e1d77c214">
  <xsd:schema xmlns:xsd="http://www.w3.org/2001/XMLSchema" xmlns:xs="http://www.w3.org/2001/XMLSchema" xmlns:p="http://schemas.microsoft.com/office/2006/metadata/properties" xmlns:ns2="57807156-6105-4013-85fb-69517f658390" targetNamespace="http://schemas.microsoft.com/office/2006/metadata/properties" ma:root="true" ma:fieldsID="1c146b7657a72c56cd9361d82d703209" ns2:_="">
    <xsd:import namespace="57807156-6105-4013-85fb-69517f6583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807156-6105-4013-85fb-69517f6583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3712B2-EAAB-45F1-9C7F-EE1271C4074E}">
  <ds:schemaRefs>
    <ds:schemaRef ds:uri="57807156-6105-4013-85fb-69517f6583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585C354-5428-487C-A707-3B6F8FBD62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BB8276-1E73-458A-98A6-7298B495CC6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Office-tema</vt:lpstr>
      <vt:lpstr>Tilbakemeldinger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2026-10-05T09:00:32Z</dcterms:created>
  <dcterms:modified xsi:type="dcterms:W3CDTF">2026-10-14T10:14:08Z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0x010100F533F9F9174F23419EECFA265B02C208</vt:lpwstr>
  </property>
</Properties>
</file>